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65" r:id="rId2"/>
  </p:sldMasterIdLst>
  <p:notesMasterIdLst>
    <p:notesMasterId r:id="rId25"/>
  </p:notesMasterIdLst>
  <p:sldIdLst>
    <p:sldId id="5414" r:id="rId3"/>
    <p:sldId id="5474" r:id="rId4"/>
    <p:sldId id="5477" r:id="rId5"/>
    <p:sldId id="258" r:id="rId6"/>
    <p:sldId id="268" r:id="rId7"/>
    <p:sldId id="269" r:id="rId8"/>
    <p:sldId id="270" r:id="rId9"/>
    <p:sldId id="271" r:id="rId10"/>
    <p:sldId id="5478" r:id="rId11"/>
    <p:sldId id="1159" r:id="rId12"/>
    <p:sldId id="1160" r:id="rId13"/>
    <p:sldId id="5479" r:id="rId14"/>
    <p:sldId id="273" r:id="rId15"/>
    <p:sldId id="283" r:id="rId16"/>
    <p:sldId id="294" r:id="rId17"/>
    <p:sldId id="296" r:id="rId18"/>
    <p:sldId id="5480" r:id="rId19"/>
    <p:sldId id="1154" r:id="rId20"/>
    <p:sldId id="1152" r:id="rId21"/>
    <p:sldId id="1174" r:id="rId22"/>
    <p:sldId id="5481" r:id="rId23"/>
    <p:sldId id="5482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08E24FF-4541-4E9A-8040-D69391BE0D6A}">
          <p14:sldIdLst>
            <p14:sldId id="5414"/>
            <p14:sldId id="5474"/>
            <p14:sldId id="5477"/>
            <p14:sldId id="258"/>
            <p14:sldId id="268"/>
            <p14:sldId id="269"/>
            <p14:sldId id="270"/>
            <p14:sldId id="271"/>
            <p14:sldId id="5478"/>
            <p14:sldId id="1159"/>
            <p14:sldId id="1160"/>
            <p14:sldId id="5479"/>
            <p14:sldId id="273"/>
            <p14:sldId id="283"/>
            <p14:sldId id="294"/>
            <p14:sldId id="296"/>
            <p14:sldId id="5480"/>
            <p14:sldId id="1154"/>
            <p14:sldId id="1152"/>
            <p14:sldId id="1174"/>
            <p14:sldId id="5481"/>
            <p14:sldId id="54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3"/>
    <a:srgbClr val="FFFFFF"/>
    <a:srgbClr val="00B050"/>
    <a:srgbClr val="FF0124"/>
    <a:srgbClr val="01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1" autoAdjust="0"/>
    <p:restoredTop sz="89698" autoAdjust="0"/>
  </p:normalViewPr>
  <p:slideViewPr>
    <p:cSldViewPr snapToGrid="0">
      <p:cViewPr varScale="1">
        <p:scale>
          <a:sx n="87" d="100"/>
          <a:sy n="87" d="100"/>
        </p:scale>
        <p:origin x="874" y="48"/>
      </p:cViewPr>
      <p:guideLst/>
    </p:cSldViewPr>
  </p:slideViewPr>
  <p:outlineViewPr>
    <p:cViewPr>
      <p:scale>
        <a:sx n="33" d="100"/>
        <a:sy n="33" d="100"/>
      </p:scale>
      <p:origin x="0" y="-62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B76C1-035F-4F90-86EE-40D9CEF268FF}" type="datetimeFigureOut">
              <a:rPr lang="en-US" smtClean="0"/>
              <a:t>8/16/2025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BC37E-C0EE-4E56-9385-1E7D6AB1CA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88FD7A-B640-4B8F-913A-32C5D2A5E70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96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QSM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리컨은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로부터 측정한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map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시작합니다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Phase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dipole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간의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결과로 나오게 되어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과정으로 구할 수 있습니다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문제를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 space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가져오면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곱셈이 되기 때문에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map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dipole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나눔으로써 구할 수 있습니다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다이폴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패턴의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zero-cone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형태를 갖는데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바와 같이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zero-cone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표면에서는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값을 가지게 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지점에서 나눗셈은 정의가 되지 않기 때문에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QSM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reconstruction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과정은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ill-posed problem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07968-6EDD-4419-8980-8C2BD9F36E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2494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QSM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리컨은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로부터 측정한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map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시작합니다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Phase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dipole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간의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결과로 나오게 되어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과정으로 구할 수 있습니다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문제를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 space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가져오면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곱셈이 되기 때문에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map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dipole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나눔으로써 구할 수 있습니다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다이폴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패턴의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zero-cone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형태를 갖는데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바와 같이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zero-cone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표면에서는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값을 가지게 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지점에서 나눗셈은 정의가 되지 않기 때문에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QSM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reconstruction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과정은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ill-posed problem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07968-6EDD-4419-8980-8C2BD9F36E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3550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>
            <a:spLocks noGrp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:notes"/>
          <p:cNvSpPr txBox="1">
            <a:spLocks noGrp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:notes"/>
          <p:cNvSpPr txBox="1">
            <a:spLocks noGrp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:notes"/>
          <p:cNvSpPr txBox="1">
            <a:spLocks noGrp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QSM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리컨은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로부터 측정한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map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시작합니다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Phase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dipole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간의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결과로 나오게 되어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과정으로 구할 수 있습니다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문제를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 space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가져오면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곱셈이 되기 때문에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Susceptibility distribution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map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dipole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나눔으로써 구할 수 있습니다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다이폴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패턴의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zero-cone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형태를 갖는데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바와 같이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zero-cone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표면에서는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값을 가지게 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지점에서 나눗셈은 정의가 되지 않기 때문에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QSM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reconstruction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과정은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ill-posed problem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07968-6EDD-4419-8980-8C2BD9F36E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0460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Dipole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deconvolution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문제를 해결하기 위해 </a:t>
            </a:r>
            <a:r>
              <a:rPr lang="ko-KR" alt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몇가지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방법들이 제안되어 왔습니다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중 한가지 방법인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COSMOS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B0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방향에 대해 여러 방향으로 촬영을 한 데이터를 이용합니다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예를들면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그대로 왼쪽 오른쪽 앞 뒤 방향으로 얻을 수가 있습니다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COSMOS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gold-standard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생각될 수 있지만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얻기 위해 여러 번 </a:t>
            </a:r>
            <a:r>
              <a:rPr lang="ko-KR" alt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스캔해야한다는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점에서 실용적이지 못합니다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실용적인 방법으로는 한 방향에 대해서 한번의 촬영을 하고 </a:t>
            </a:r>
            <a:r>
              <a:rPr lang="en-US" altLang="ko-K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Regulization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방법을 이용하는 겁니다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그러한 방법으로는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TKD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등이 있는데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여전히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streaking artifacts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smoothing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일어나고는 합니다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17D1D7-4FE2-4258-8342-E67D50904E7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5438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이러한 방법을 극복하는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로써 저희는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QSM recon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접목시켰고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QSMnet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부르기로 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방법의 목표는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orientation data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로부터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COSMOS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갖는 결과를 얻어내는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그렇기 때문에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multi-orientation data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대해서도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QSM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결과가 도출되어야 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하기 위해 저희는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multi-orientation local field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트레이닝 데이터와 상응하는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COSMOS map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하여 트레이닝을 하였습니다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17D1D7-4FE2-4258-8342-E67D50904E7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83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C9C4D-F85B-4798-BEB5-8A01C8EF1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4A6806-BA9D-4628-80F7-CAB234A20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2900"/>
            <a:ext cx="9144000" cy="11049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2AD79-5D17-4039-B339-EFC6F9BA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5329-B909-4995-AB8F-4383DEEE1A9D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7518F6-A8FB-4344-8328-18422F8F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0C27F-7E14-49D6-B9AB-85ABDF88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43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7DA94-7FF4-4EAD-A7B9-3E8894F1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ECA247-C038-4DF7-B1E0-2A08D6B72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EB0F86-186C-4BFB-B085-6604CE92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16B5-4584-4CD6-AF05-B625CB5560AE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196C4F-709E-4BEC-8E8E-7165FF62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C4763-2093-40C2-A47A-A55FA394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4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중앙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59ECA-9E36-48C4-ADCA-67B86134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2688432"/>
            <a:ext cx="10972800" cy="765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32E9D5-ABA0-4827-8297-F6A755AF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465A-D1ED-477B-8C33-A28D03571AC5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C9BB74-985A-4738-B26B-CB023C16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F233BB-8A25-457E-8C42-7C07DA90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7C1A1-EB02-463C-8563-3A8B1126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DC9411-A046-44E1-A3F8-D1E3AB6F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34D6-6380-4324-8625-76289A860CBA}" type="datetime1">
              <a:rPr lang="en-US" smtClean="0">
                <a:ea typeface="Calibri" panose="020F0502020204030204" pitchFamily="34" charset="0"/>
              </a:rPr>
              <a:t>8/16/2025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970F32-6484-4E79-8B07-BE6195E2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D824B3-839F-4742-82C4-63F047E3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‹#›</a:t>
            </a:fld>
            <a:endParaRPr lang="en-US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2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FF0468-C999-4CA5-A820-0D707B62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3332-C45F-4A46-B267-D63A4C8A0008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544EF9-1695-4520-A3C0-3248AF52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0C8A7-2F21-4098-AB88-48FC52B7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80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A882C2-B869-4F59-A21F-04D585CA4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5EA2A5-BA6E-4E52-A6D5-0844FA42C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6AE445-C3E4-44AD-98D1-E42B0F3F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5F3FCA-8B51-46EA-A5F6-75484723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3EA15-46F6-4D33-B282-8885A90A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2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74111-E0D9-43C5-8962-D2C3AC7B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B8DAF1-46B8-43AA-A0E4-3A588E537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92EB21-9DB9-4592-8269-FABBF926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AD5A2-9E88-44FA-B811-2B4A6176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88AA9A-06D9-437B-BCA4-AAF1091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2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5D3F9-B4C5-4989-9E34-0E1151DD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11D63E-14F6-4F4C-B170-A6031EFE1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069E4E-D932-4848-BF29-50D32B45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57BB2B-2EF5-429E-8568-327190FB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4F66F-08B9-485D-B240-3E7559DF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63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77E06-27BB-4D96-8C72-08E525FE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1D8DEE-17B1-4D51-8BED-A0F3EEAE1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D7FB12-ED0E-4D0A-9F32-B32D514A1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75BE32-8D41-454E-ACE5-72D1EC66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C34724-A369-40B7-8FAD-B8A9C6EB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2963A9-D891-47D1-9F84-3F58F7CD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46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6463B-E000-4A56-B774-3C35EDFD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4BA626-2CA7-45CF-B7E9-92EDF0FD5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412B29-2C25-40F9-AA77-CA4146A7A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08AD6D-958A-4F12-B8DE-F99038CDD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E11500-F54E-4E2F-B9DC-9B9A1D8DD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22414E-FF44-4884-B811-73FF9922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0AFFC8-5D41-43BE-B177-C17E43EC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02E1A0-4E90-490A-9BE2-5DB67979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63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A2216-DF1F-4196-ADDE-9AFC92D0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37F715-B79A-4DEA-94D3-F6F1E01F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DA32DB-12AE-4F9F-B8C1-C7EAE53B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56E600-6D78-4578-A50C-9927B8C9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682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7A91E2-F1BB-4C67-90B9-A321D5A5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4DF63D-24D0-499E-BB3E-5DA9ED0D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FA36C1-134C-4384-B5E7-4526EC4E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189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3D433-4D81-4001-8B80-849244B7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88726-8B0A-44B9-887D-511FA9B90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34BC5-3EF7-410D-BC5C-91EFE765D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4A42E-74E7-4A38-B07E-5C7804DB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E44F70-29FC-4010-B375-81AE353B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8B6693-9AD0-4A0E-A847-C8F88AF6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2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577D5-DFB8-4BF6-82C3-D2F25C35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88BB9B-ECEA-4725-83F2-432A89BA5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8AAF7A-103D-4A4C-868C-D4709A1DD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0B05ED-9CE3-4D96-8871-B08FB4FD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EF38F2-60A4-4686-9D56-398F00F4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4BF85A-8C94-4DEF-801F-22266CDA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731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AA37C-92AC-4315-B58C-53C18C81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11DC2D-7E41-4646-A5B7-5A659E182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BA96AB-C5CE-42DF-95A2-74F1F6D9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D6846-7A44-498D-8331-F4F0831B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3E185-A74D-45A6-BB02-6FDED8F3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830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8FF065-9F22-4E97-91F0-B58851824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CA3D7A-84C0-4B68-9FE8-2F89D33A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CB30A2-EC68-49F5-9829-28C5EA51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D47E2-739C-476A-8242-6F97C607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676F72-99C1-4475-A4FA-44318C5B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30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6414E-2987-43F3-9E19-F23936A0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08508"/>
            <a:ext cx="10972800" cy="472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938A86-EECD-4B3D-B915-799B99685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6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699988B-EC3A-4F5C-A4BB-1D5B04974052}" type="datetime1">
              <a:rPr lang="en-US" smtClean="0">
                <a:ea typeface="Calibri" panose="020F0502020204030204" pitchFamily="34" charset="0"/>
              </a:rPr>
              <a:t>8/16/2025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7DEA3-DC21-4012-BC18-D9A572C62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AAA70-981E-4B2F-AE99-262F99D65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65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‹#›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373413-82BA-41C5-8C15-5CC42CF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316310"/>
            <a:ext cx="10972800" cy="765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9574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4" r:id="rId4"/>
    <p:sldLayoutId id="214748366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Calibri" panose="020F0502020204030204" pitchFamily="34" charset="0"/>
        <a:buChar char="-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0729CC-B8D4-4F7E-A4FC-C5BAE5B7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D41697-5629-4474-90F2-2FC747FA7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6E494-A44E-4035-BAE0-72D91616D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17800-E893-4507-80D9-2384D8F8980A}" type="datetimeFigureOut">
              <a:rPr lang="ko-KR" altLang="en-US" smtClean="0"/>
              <a:t>2025-08-16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72414-D6FB-4546-BC1D-832EE81F4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42FA3-1A6B-4A02-B26D-9C4683F7F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C99F8-CF76-4EA5-B748-025BF42DB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22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image" Target="../media/image270.png"/><Relationship Id="rId4" Type="http://schemas.openxmlformats.org/officeDocument/2006/relationships/image" Target="../media/image29.png"/><Relationship Id="rId9" Type="http://schemas.openxmlformats.org/officeDocument/2006/relationships/image" Target="../media/image2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9.png"/><Relationship Id="rId11" Type="http://schemas.openxmlformats.org/officeDocument/2006/relationships/image" Target="../media/image33.jpeg"/><Relationship Id="rId5" Type="http://schemas.openxmlformats.org/officeDocument/2006/relationships/image" Target="../media/image31.png"/><Relationship Id="rId10" Type="http://schemas.openxmlformats.org/officeDocument/2006/relationships/image" Target="../media/image280.png"/><Relationship Id="rId4" Type="http://schemas.openxmlformats.org/officeDocument/2006/relationships/image" Target="../media/image30.png"/><Relationship Id="rId9" Type="http://schemas.openxmlformats.org/officeDocument/2006/relationships/image" Target="../media/image2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9.png"/><Relationship Id="rId11" Type="http://schemas.openxmlformats.org/officeDocument/2006/relationships/image" Target="../media/image33.jpeg"/><Relationship Id="rId5" Type="http://schemas.openxmlformats.org/officeDocument/2006/relationships/image" Target="../media/image31.png"/><Relationship Id="rId10" Type="http://schemas.openxmlformats.org/officeDocument/2006/relationships/image" Target="../media/image280.png"/><Relationship Id="rId4" Type="http://schemas.openxmlformats.org/officeDocument/2006/relationships/image" Target="../media/image30.png"/><Relationship Id="rId9" Type="http://schemas.openxmlformats.org/officeDocument/2006/relationships/image" Target="../media/image2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3.jpe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1.png"/><Relationship Id="rId12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50.png"/><Relationship Id="rId11" Type="http://schemas.openxmlformats.org/officeDocument/2006/relationships/image" Target="../media/image42.png"/><Relationship Id="rId10" Type="http://schemas.openxmlformats.org/officeDocument/2006/relationships/image" Target="../media/image380.png"/><Relationship Id="rId9" Type="http://schemas.openxmlformats.org/officeDocument/2006/relationships/image" Target="../media/image360.png"/><Relationship Id="rId14" Type="http://schemas.openxmlformats.org/officeDocument/2006/relationships/image" Target="../media/image33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40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png"/><Relationship Id="rId1" Type="http://schemas.openxmlformats.org/officeDocument/2006/relationships/tags" Target="../tags/tag6.xml"/><Relationship Id="rId6" Type="http://schemas.openxmlformats.org/officeDocument/2006/relationships/image" Target="../media/image350.png"/><Relationship Id="rId11" Type="http://schemas.openxmlformats.org/officeDocument/2006/relationships/image" Target="../media/image33.jpeg"/><Relationship Id="rId15" Type="http://schemas.openxmlformats.org/officeDocument/2006/relationships/image" Target="../media/image48.png"/><Relationship Id="rId10" Type="http://schemas.openxmlformats.org/officeDocument/2006/relationships/image" Target="../media/image4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40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png"/><Relationship Id="rId1" Type="http://schemas.openxmlformats.org/officeDocument/2006/relationships/tags" Target="../tags/tag7.xml"/><Relationship Id="rId6" Type="http://schemas.openxmlformats.org/officeDocument/2006/relationships/image" Target="../media/image350.png"/><Relationship Id="rId11" Type="http://schemas.openxmlformats.org/officeDocument/2006/relationships/image" Target="../media/image33.jpeg"/><Relationship Id="rId15" Type="http://schemas.openxmlformats.org/officeDocument/2006/relationships/image" Target="../media/image48.png"/><Relationship Id="rId10" Type="http://schemas.openxmlformats.org/officeDocument/2006/relationships/image" Target="../media/image4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3;p1">
            <a:extLst>
              <a:ext uri="{FF2B5EF4-FFF2-40B4-BE49-F238E27FC236}">
                <a16:creationId xmlns:a16="http://schemas.microsoft.com/office/drawing/2014/main" id="{0FD9809E-1B7D-40C0-B8DE-093FC6269ADE}"/>
              </a:ext>
            </a:extLst>
          </p:cNvPr>
          <p:cNvSpPr/>
          <p:nvPr/>
        </p:nvSpPr>
        <p:spPr>
          <a:xfrm>
            <a:off x="306404" y="1598352"/>
            <a:ext cx="11579192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삼성 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</a:t>
            </a:r>
            <a:r>
              <a:rPr lang="en-US" altLang="ko-KR" sz="4000" b="0" i="0" u="none" strike="noStrike" cap="none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</a:t>
            </a:r>
            <a:r>
              <a:rPr lang="ko-KR" alt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endParaRPr lang="en-US" altLang="ko-KR"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Restoration Challenge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Jongho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Lee,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Laboratory for Imaging Science and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Electrical and Computer Engineering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Seoul National University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E74F780-935D-46B7-87C0-5AA214B6021B}"/>
              </a:ext>
            </a:extLst>
          </p:cNvPr>
          <p:cNvGrpSpPr>
            <a:grpSpLocks noChangeAspect="1"/>
          </p:cNvGrpSpPr>
          <p:nvPr/>
        </p:nvGrpSpPr>
        <p:grpSpPr>
          <a:xfrm>
            <a:off x="306404" y="5271793"/>
            <a:ext cx="3476794" cy="1360752"/>
            <a:chOff x="8375322" y="3712727"/>
            <a:chExt cx="1154342" cy="451787"/>
          </a:xfrm>
        </p:grpSpPr>
        <p:pic>
          <p:nvPicPr>
            <p:cNvPr id="8" name="그림 7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4E4D2B72-58B6-47A9-966D-F4AE7A16E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1" t="20241" r="59880" b="40723"/>
            <a:stretch/>
          </p:blipFill>
          <p:spPr>
            <a:xfrm>
              <a:off x="8881565" y="3712727"/>
              <a:ext cx="648099" cy="451787"/>
            </a:xfrm>
            <a:prstGeom prst="rect">
              <a:avLst/>
            </a:prstGeom>
          </p:spPr>
        </p:pic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D549FB93-F75B-49EB-AED6-FB56104C5BF2}"/>
                </a:ext>
              </a:extLst>
            </p:cNvPr>
            <p:cNvSpPr/>
            <p:nvPr/>
          </p:nvSpPr>
          <p:spPr>
            <a:xfrm>
              <a:off x="8375322" y="3719323"/>
              <a:ext cx="419897" cy="437957"/>
            </a:xfrm>
            <a:custGeom>
              <a:avLst/>
              <a:gdLst>
                <a:gd name="connsiteX0" fmla="*/ 100316 w 425953"/>
                <a:gd name="connsiteY0" fmla="*/ 226003 h 444273"/>
                <a:gd name="connsiteX1" fmla="*/ 86362 w 425953"/>
                <a:gd name="connsiteY1" fmla="*/ 226003 h 444273"/>
                <a:gd name="connsiteX2" fmla="*/ 86362 w 425953"/>
                <a:gd name="connsiteY2" fmla="*/ 243664 h 444273"/>
                <a:gd name="connsiteX3" fmla="*/ 100316 w 425953"/>
                <a:gd name="connsiteY3" fmla="*/ 243664 h 444273"/>
                <a:gd name="connsiteX4" fmla="*/ 39253 w 425953"/>
                <a:gd name="connsiteY4" fmla="*/ 359706 h 444273"/>
                <a:gd name="connsiteX5" fmla="*/ 94850 w 425953"/>
                <a:gd name="connsiteY5" fmla="*/ 380256 h 444273"/>
                <a:gd name="connsiteX6" fmla="*/ 83895 w 425953"/>
                <a:gd name="connsiteY6" fmla="*/ 330356 h 444273"/>
                <a:gd name="connsiteX7" fmla="*/ 88737 w 425953"/>
                <a:gd name="connsiteY7" fmla="*/ 374515 h 444273"/>
                <a:gd name="connsiteX8" fmla="*/ 39253 w 425953"/>
                <a:gd name="connsiteY8" fmla="*/ 359706 h 444273"/>
                <a:gd name="connsiteX9" fmla="*/ 76017 w 425953"/>
                <a:gd name="connsiteY9" fmla="*/ 152910 h 444273"/>
                <a:gd name="connsiteX10" fmla="*/ 69238 w 425953"/>
                <a:gd name="connsiteY10" fmla="*/ 146577 h 444273"/>
                <a:gd name="connsiteX11" fmla="*/ 40933 w 425953"/>
                <a:gd name="connsiteY11" fmla="*/ 165264 h 444273"/>
                <a:gd name="connsiteX12" fmla="*/ 41049 w 425953"/>
                <a:gd name="connsiteY12" fmla="*/ 120488 h 444273"/>
                <a:gd name="connsiteX13" fmla="*/ 36114 w 425953"/>
                <a:gd name="connsiteY13" fmla="*/ 116458 h 444273"/>
                <a:gd name="connsiteX14" fmla="*/ 37653 w 425953"/>
                <a:gd name="connsiteY14" fmla="*/ 172971 h 444273"/>
                <a:gd name="connsiteX15" fmla="*/ 76017 w 425953"/>
                <a:gd name="connsiteY15" fmla="*/ 152910 h 444273"/>
                <a:gd name="connsiteX16" fmla="*/ 121757 w 425953"/>
                <a:gd name="connsiteY16" fmla="*/ 398796 h 444273"/>
                <a:gd name="connsiteX17" fmla="*/ 116291 w 425953"/>
                <a:gd name="connsiteY17" fmla="*/ 371755 h 444273"/>
                <a:gd name="connsiteX18" fmla="*/ 102826 w 425953"/>
                <a:gd name="connsiteY18" fmla="*/ 371767 h 444273"/>
                <a:gd name="connsiteX19" fmla="*/ 114734 w 425953"/>
                <a:gd name="connsiteY19" fmla="*/ 394204 h 444273"/>
                <a:gd name="connsiteX20" fmla="*/ 63418 w 425953"/>
                <a:gd name="connsiteY20" fmla="*/ 388207 h 444273"/>
                <a:gd name="connsiteX21" fmla="*/ 121757 w 425953"/>
                <a:gd name="connsiteY21" fmla="*/ 398796 h 444273"/>
                <a:gd name="connsiteX22" fmla="*/ 171510 w 425953"/>
                <a:gd name="connsiteY22" fmla="*/ 241154 h 444273"/>
                <a:gd name="connsiteX23" fmla="*/ 171510 w 425953"/>
                <a:gd name="connsiteY23" fmla="*/ 247926 h 444273"/>
                <a:gd name="connsiteX24" fmla="*/ 164218 w 425953"/>
                <a:gd name="connsiteY24" fmla="*/ 247926 h 444273"/>
                <a:gd name="connsiteX25" fmla="*/ 164218 w 425953"/>
                <a:gd name="connsiteY25" fmla="*/ 255865 h 444273"/>
                <a:gd name="connsiteX26" fmla="*/ 170630 w 425953"/>
                <a:gd name="connsiteY26" fmla="*/ 255865 h 444273"/>
                <a:gd name="connsiteX27" fmla="*/ 170630 w 425953"/>
                <a:gd name="connsiteY27" fmla="*/ 262638 h 444273"/>
                <a:gd name="connsiteX28" fmla="*/ 164218 w 425953"/>
                <a:gd name="connsiteY28" fmla="*/ 262638 h 444273"/>
                <a:gd name="connsiteX29" fmla="*/ 164218 w 425953"/>
                <a:gd name="connsiteY29" fmla="*/ 270857 h 444273"/>
                <a:gd name="connsiteX30" fmla="*/ 171620 w 425953"/>
                <a:gd name="connsiteY30" fmla="*/ 270857 h 444273"/>
                <a:gd name="connsiteX31" fmla="*/ 171620 w 425953"/>
                <a:gd name="connsiteY31" fmla="*/ 277636 h 444273"/>
                <a:gd name="connsiteX32" fmla="*/ 157000 w 425953"/>
                <a:gd name="connsiteY32" fmla="*/ 277636 h 444273"/>
                <a:gd name="connsiteX33" fmla="*/ 157000 w 425953"/>
                <a:gd name="connsiteY33" fmla="*/ 241209 h 444273"/>
                <a:gd name="connsiteX34" fmla="*/ 146899 w 425953"/>
                <a:gd name="connsiteY34" fmla="*/ 277636 h 444273"/>
                <a:gd name="connsiteX35" fmla="*/ 141006 w 425953"/>
                <a:gd name="connsiteY35" fmla="*/ 277636 h 444273"/>
                <a:gd name="connsiteX36" fmla="*/ 130465 w 425953"/>
                <a:gd name="connsiteY36" fmla="*/ 241154 h 444273"/>
                <a:gd name="connsiteX37" fmla="*/ 138191 w 425953"/>
                <a:gd name="connsiteY37" fmla="*/ 241154 h 444273"/>
                <a:gd name="connsiteX38" fmla="*/ 142545 w 425953"/>
                <a:gd name="connsiteY38" fmla="*/ 258668 h 444273"/>
                <a:gd name="connsiteX39" fmla="*/ 143846 w 425953"/>
                <a:gd name="connsiteY39" fmla="*/ 264909 h 444273"/>
                <a:gd name="connsiteX40" fmla="*/ 143955 w 425953"/>
                <a:gd name="connsiteY40" fmla="*/ 264909 h 444273"/>
                <a:gd name="connsiteX41" fmla="*/ 145067 w 425953"/>
                <a:gd name="connsiteY41" fmla="*/ 258576 h 444273"/>
                <a:gd name="connsiteX42" fmla="*/ 149458 w 425953"/>
                <a:gd name="connsiteY42" fmla="*/ 241154 h 444273"/>
                <a:gd name="connsiteX43" fmla="*/ 180584 w 425953"/>
                <a:gd name="connsiteY43" fmla="*/ 322045 h 444273"/>
                <a:gd name="connsiteX44" fmla="*/ 172878 w 425953"/>
                <a:gd name="connsiteY44" fmla="*/ 322045 h 444273"/>
                <a:gd name="connsiteX45" fmla="*/ 171534 w 425953"/>
                <a:gd name="connsiteY45" fmla="*/ 315908 h 444273"/>
                <a:gd name="connsiteX46" fmla="*/ 164230 w 425953"/>
                <a:gd name="connsiteY46" fmla="*/ 315908 h 444273"/>
                <a:gd name="connsiteX47" fmla="*/ 162911 w 425953"/>
                <a:gd name="connsiteY47" fmla="*/ 322045 h 444273"/>
                <a:gd name="connsiteX48" fmla="*/ 155760 w 425953"/>
                <a:gd name="connsiteY48" fmla="*/ 322045 h 444273"/>
                <a:gd name="connsiteX49" fmla="*/ 164230 w 425953"/>
                <a:gd name="connsiteY49" fmla="*/ 285569 h 444273"/>
                <a:gd name="connsiteX50" fmla="*/ 171827 w 425953"/>
                <a:gd name="connsiteY50" fmla="*/ 285569 h 444273"/>
                <a:gd name="connsiteX51" fmla="*/ 172987 w 425953"/>
                <a:gd name="connsiteY51" fmla="*/ 241154 h 444273"/>
                <a:gd name="connsiteX52" fmla="*/ 180242 w 425953"/>
                <a:gd name="connsiteY52" fmla="*/ 241154 h 444273"/>
                <a:gd name="connsiteX53" fmla="*/ 193061 w 425953"/>
                <a:gd name="connsiteY53" fmla="*/ 251596 h 444273"/>
                <a:gd name="connsiteX54" fmla="*/ 187888 w 425953"/>
                <a:gd name="connsiteY54" fmla="*/ 261031 h 444273"/>
                <a:gd name="connsiteX55" fmla="*/ 194233 w 425953"/>
                <a:gd name="connsiteY55" fmla="*/ 277636 h 444273"/>
                <a:gd name="connsiteX56" fmla="*/ 186642 w 425953"/>
                <a:gd name="connsiteY56" fmla="*/ 277636 h 444273"/>
                <a:gd name="connsiteX57" fmla="*/ 180322 w 425953"/>
                <a:gd name="connsiteY57" fmla="*/ 260793 h 444273"/>
                <a:gd name="connsiteX58" fmla="*/ 180194 w 425953"/>
                <a:gd name="connsiteY58" fmla="*/ 260793 h 444273"/>
                <a:gd name="connsiteX59" fmla="*/ 180194 w 425953"/>
                <a:gd name="connsiteY59" fmla="*/ 277636 h 444273"/>
                <a:gd name="connsiteX60" fmla="*/ 172987 w 425953"/>
                <a:gd name="connsiteY60" fmla="*/ 277636 h 444273"/>
                <a:gd name="connsiteX61" fmla="*/ 195650 w 425953"/>
                <a:gd name="connsiteY61" fmla="*/ 241154 h 444273"/>
                <a:gd name="connsiteX62" fmla="*/ 202856 w 425953"/>
                <a:gd name="connsiteY62" fmla="*/ 241154 h 444273"/>
                <a:gd name="connsiteX63" fmla="*/ 202856 w 425953"/>
                <a:gd name="connsiteY63" fmla="*/ 277636 h 444273"/>
                <a:gd name="connsiteX64" fmla="*/ 195650 w 425953"/>
                <a:gd name="connsiteY64" fmla="*/ 277636 h 444273"/>
                <a:gd name="connsiteX65" fmla="*/ 190319 w 425953"/>
                <a:gd name="connsiteY65" fmla="*/ 322625 h 444273"/>
                <a:gd name="connsiteX66" fmla="*/ 184108 w 425953"/>
                <a:gd name="connsiteY66" fmla="*/ 320775 h 444273"/>
                <a:gd name="connsiteX67" fmla="*/ 184108 w 425953"/>
                <a:gd name="connsiteY67" fmla="*/ 313923 h 444273"/>
                <a:gd name="connsiteX68" fmla="*/ 189574 w 425953"/>
                <a:gd name="connsiteY68" fmla="*/ 315859 h 444273"/>
                <a:gd name="connsiteX69" fmla="*/ 193745 w 425953"/>
                <a:gd name="connsiteY69" fmla="*/ 311889 h 444273"/>
                <a:gd name="connsiteX70" fmla="*/ 189494 w 425953"/>
                <a:gd name="connsiteY70" fmla="*/ 306558 h 444273"/>
                <a:gd name="connsiteX71" fmla="*/ 182765 w 425953"/>
                <a:gd name="connsiteY71" fmla="*/ 295743 h 444273"/>
                <a:gd name="connsiteX72" fmla="*/ 192303 w 425953"/>
                <a:gd name="connsiteY72" fmla="*/ 284995 h 444273"/>
                <a:gd name="connsiteX73" fmla="*/ 198667 w 425953"/>
                <a:gd name="connsiteY73" fmla="*/ 286784 h 444273"/>
                <a:gd name="connsiteX74" fmla="*/ 198667 w 425953"/>
                <a:gd name="connsiteY74" fmla="*/ 293795 h 444273"/>
                <a:gd name="connsiteX75" fmla="*/ 193464 w 425953"/>
                <a:gd name="connsiteY75" fmla="*/ 291480 h 444273"/>
                <a:gd name="connsiteX76" fmla="*/ 189830 w 425953"/>
                <a:gd name="connsiteY76" fmla="*/ 295053 h 444273"/>
                <a:gd name="connsiteX77" fmla="*/ 200810 w 425953"/>
                <a:gd name="connsiteY77" fmla="*/ 311260 h 444273"/>
                <a:gd name="connsiteX78" fmla="*/ 190319 w 425953"/>
                <a:gd name="connsiteY78" fmla="*/ 322625 h 444273"/>
                <a:gd name="connsiteX79" fmla="*/ 154459 w 425953"/>
                <a:gd name="connsiteY79" fmla="*/ 292341 h 444273"/>
                <a:gd name="connsiteX80" fmla="*/ 148762 w 425953"/>
                <a:gd name="connsiteY80" fmla="*/ 292341 h 444273"/>
                <a:gd name="connsiteX81" fmla="*/ 148762 w 425953"/>
                <a:gd name="connsiteY81" fmla="*/ 322045 h 444273"/>
                <a:gd name="connsiteX82" fmla="*/ 141519 w 425953"/>
                <a:gd name="connsiteY82" fmla="*/ 322045 h 444273"/>
                <a:gd name="connsiteX83" fmla="*/ 141519 w 425953"/>
                <a:gd name="connsiteY83" fmla="*/ 292341 h 444273"/>
                <a:gd name="connsiteX84" fmla="*/ 135882 w 425953"/>
                <a:gd name="connsiteY84" fmla="*/ 292341 h 444273"/>
                <a:gd name="connsiteX85" fmla="*/ 135882 w 425953"/>
                <a:gd name="connsiteY85" fmla="*/ 285569 h 444273"/>
                <a:gd name="connsiteX86" fmla="*/ 154459 w 425953"/>
                <a:gd name="connsiteY86" fmla="*/ 285569 h 444273"/>
                <a:gd name="connsiteX87" fmla="*/ 118453 w 425953"/>
                <a:gd name="connsiteY87" fmla="*/ 199029 h 444273"/>
                <a:gd name="connsiteX88" fmla="*/ 118453 w 425953"/>
                <a:gd name="connsiteY88" fmla="*/ 352512 h 444273"/>
                <a:gd name="connsiteX89" fmla="*/ 194477 w 425953"/>
                <a:gd name="connsiteY89" fmla="*/ 352512 h 444273"/>
                <a:gd name="connsiteX90" fmla="*/ 211925 w 425953"/>
                <a:gd name="connsiteY90" fmla="*/ 359480 h 444273"/>
                <a:gd name="connsiteX91" fmla="*/ 211925 w 425953"/>
                <a:gd name="connsiteY91" fmla="*/ 236702 h 444273"/>
                <a:gd name="connsiteX92" fmla="*/ 156603 w 425953"/>
                <a:gd name="connsiteY92" fmla="*/ 199029 h 444273"/>
                <a:gd name="connsiteX93" fmla="*/ 294966 w 425953"/>
                <a:gd name="connsiteY93" fmla="*/ 119713 h 444273"/>
                <a:gd name="connsiteX94" fmla="*/ 272169 w 425953"/>
                <a:gd name="connsiteY94" fmla="*/ 144525 h 444273"/>
                <a:gd name="connsiteX95" fmla="*/ 272401 w 425953"/>
                <a:gd name="connsiteY95" fmla="*/ 184140 h 444273"/>
                <a:gd name="connsiteX96" fmla="*/ 270325 w 425953"/>
                <a:gd name="connsiteY96" fmla="*/ 193893 h 444273"/>
                <a:gd name="connsiteX97" fmla="*/ 284957 w 425953"/>
                <a:gd name="connsiteY97" fmla="*/ 193893 h 444273"/>
                <a:gd name="connsiteX98" fmla="*/ 326813 w 425953"/>
                <a:gd name="connsiteY98" fmla="*/ 152036 h 444273"/>
                <a:gd name="connsiteX99" fmla="*/ 100768 w 425953"/>
                <a:gd name="connsiteY99" fmla="*/ 309496 h 444273"/>
                <a:gd name="connsiteX100" fmla="*/ 86826 w 425953"/>
                <a:gd name="connsiteY100" fmla="*/ 309496 h 444273"/>
                <a:gd name="connsiteX101" fmla="*/ 86826 w 425953"/>
                <a:gd name="connsiteY101" fmla="*/ 327157 h 444273"/>
                <a:gd name="connsiteX102" fmla="*/ 100768 w 425953"/>
                <a:gd name="connsiteY102" fmla="*/ 327157 h 444273"/>
                <a:gd name="connsiteX103" fmla="*/ 123559 w 425953"/>
                <a:gd name="connsiteY103" fmla="*/ 138100 h 444273"/>
                <a:gd name="connsiteX104" fmla="*/ 152878 w 425953"/>
                <a:gd name="connsiteY104" fmla="*/ 166925 h 444273"/>
                <a:gd name="connsiteX105" fmla="*/ 152878 w 425953"/>
                <a:gd name="connsiteY105" fmla="*/ 144610 h 444273"/>
                <a:gd name="connsiteX106" fmla="*/ 123559 w 425953"/>
                <a:gd name="connsiteY106" fmla="*/ 115310 h 444273"/>
                <a:gd name="connsiteX107" fmla="*/ 100456 w 425953"/>
                <a:gd name="connsiteY107" fmla="*/ 385159 h 444273"/>
                <a:gd name="connsiteX108" fmla="*/ 103772 w 425953"/>
                <a:gd name="connsiteY108" fmla="*/ 381843 h 444273"/>
                <a:gd name="connsiteX109" fmla="*/ 100456 w 425953"/>
                <a:gd name="connsiteY109" fmla="*/ 378527 h 444273"/>
                <a:gd name="connsiteX110" fmla="*/ 97140 w 425953"/>
                <a:gd name="connsiteY110" fmla="*/ 381843 h 444273"/>
                <a:gd name="connsiteX111" fmla="*/ 100456 w 425953"/>
                <a:gd name="connsiteY111" fmla="*/ 385159 h 444273"/>
                <a:gd name="connsiteX112" fmla="*/ 47369 w 425953"/>
                <a:gd name="connsiteY112" fmla="*/ 148995 h 444273"/>
                <a:gd name="connsiteX113" fmla="*/ 50685 w 425953"/>
                <a:gd name="connsiteY113" fmla="*/ 152311 h 444273"/>
                <a:gd name="connsiteX114" fmla="*/ 53995 w 425953"/>
                <a:gd name="connsiteY114" fmla="*/ 148995 h 444273"/>
                <a:gd name="connsiteX115" fmla="*/ 50685 w 425953"/>
                <a:gd name="connsiteY115" fmla="*/ 145673 h 444273"/>
                <a:gd name="connsiteX116" fmla="*/ 47369 w 425953"/>
                <a:gd name="connsiteY116" fmla="*/ 148995 h 444273"/>
                <a:gd name="connsiteX117" fmla="*/ 100633 w 425953"/>
                <a:gd name="connsiteY117" fmla="*/ 360982 h 444273"/>
                <a:gd name="connsiteX118" fmla="*/ 101061 w 425953"/>
                <a:gd name="connsiteY118" fmla="*/ 360647 h 444273"/>
                <a:gd name="connsiteX119" fmla="*/ 101061 w 425953"/>
                <a:gd name="connsiteY119" fmla="*/ 339089 h 444273"/>
                <a:gd name="connsiteX120" fmla="*/ 97507 w 425953"/>
                <a:gd name="connsiteY120" fmla="*/ 343040 h 444273"/>
                <a:gd name="connsiteX121" fmla="*/ 100633 w 425953"/>
                <a:gd name="connsiteY121" fmla="*/ 360982 h 444273"/>
                <a:gd name="connsiteX122" fmla="*/ 152878 w 425953"/>
                <a:gd name="connsiteY122" fmla="*/ 177978 h 444273"/>
                <a:gd name="connsiteX123" fmla="*/ 152878 w 425953"/>
                <a:gd name="connsiteY123" fmla="*/ 173447 h 444273"/>
                <a:gd name="connsiteX124" fmla="*/ 131241 w 425953"/>
                <a:gd name="connsiteY124" fmla="*/ 151816 h 444273"/>
                <a:gd name="connsiteX125" fmla="*/ 80554 w 425953"/>
                <a:gd name="connsiteY125" fmla="*/ 151816 h 444273"/>
                <a:gd name="connsiteX126" fmla="*/ 109183 w 425953"/>
                <a:gd name="connsiteY126" fmla="*/ 177978 h 444273"/>
                <a:gd name="connsiteX127" fmla="*/ 42918 w 425953"/>
                <a:gd name="connsiteY127" fmla="*/ 116409 h 444273"/>
                <a:gd name="connsiteX128" fmla="*/ 53330 w 425953"/>
                <a:gd name="connsiteY128" fmla="*/ 86919 h 444273"/>
                <a:gd name="connsiteX129" fmla="*/ 11705 w 425953"/>
                <a:gd name="connsiteY129" fmla="*/ 86919 h 444273"/>
                <a:gd name="connsiteX130" fmla="*/ 42918 w 425953"/>
                <a:gd name="connsiteY130" fmla="*/ 116409 h 444273"/>
                <a:gd name="connsiteX131" fmla="*/ 6814 w 425953"/>
                <a:gd name="connsiteY131" fmla="*/ 181343 h 444273"/>
                <a:gd name="connsiteX132" fmla="*/ 26826 w 425953"/>
                <a:gd name="connsiteY132" fmla="*/ 237178 h 444273"/>
                <a:gd name="connsiteX133" fmla="*/ 57965 w 425953"/>
                <a:gd name="connsiteY133" fmla="*/ 196690 h 444273"/>
                <a:gd name="connsiteX134" fmla="*/ 27290 w 425953"/>
                <a:gd name="connsiteY134" fmla="*/ 228793 h 444273"/>
                <a:gd name="connsiteX135" fmla="*/ 6814 w 425953"/>
                <a:gd name="connsiteY135" fmla="*/ 181343 h 444273"/>
                <a:gd name="connsiteX136" fmla="*/ 31345 w 425953"/>
                <a:gd name="connsiteY136" fmla="*/ 196427 h 444273"/>
                <a:gd name="connsiteX137" fmla="*/ 19412 w 425953"/>
                <a:gd name="connsiteY137" fmla="*/ 146149 h 444273"/>
                <a:gd name="connsiteX138" fmla="*/ 29440 w 425953"/>
                <a:gd name="connsiteY138" fmla="*/ 204598 h 444273"/>
                <a:gd name="connsiteX139" fmla="*/ 67143 w 425953"/>
                <a:gd name="connsiteY139" fmla="*/ 170161 h 444273"/>
                <a:gd name="connsiteX140" fmla="*/ 31345 w 425953"/>
                <a:gd name="connsiteY140" fmla="*/ 196427 h 444273"/>
                <a:gd name="connsiteX141" fmla="*/ 34258 w 425953"/>
                <a:gd name="connsiteY141" fmla="*/ 210076 h 444273"/>
                <a:gd name="connsiteX142" fmla="*/ 30960 w 425953"/>
                <a:gd name="connsiteY142" fmla="*/ 206760 h 444273"/>
                <a:gd name="connsiteX143" fmla="*/ 27656 w 425953"/>
                <a:gd name="connsiteY143" fmla="*/ 210076 h 444273"/>
                <a:gd name="connsiteX144" fmla="*/ 30960 w 425953"/>
                <a:gd name="connsiteY144" fmla="*/ 213392 h 444273"/>
                <a:gd name="connsiteX145" fmla="*/ 34258 w 425953"/>
                <a:gd name="connsiteY145" fmla="*/ 210076 h 444273"/>
                <a:gd name="connsiteX146" fmla="*/ 203821 w 425953"/>
                <a:gd name="connsiteY146" fmla="*/ 377880 h 444273"/>
                <a:gd name="connsiteX147" fmla="*/ 225647 w 425953"/>
                <a:gd name="connsiteY147" fmla="*/ 377880 h 444273"/>
                <a:gd name="connsiteX148" fmla="*/ 233256 w 425953"/>
                <a:gd name="connsiteY148" fmla="*/ 368402 h 444273"/>
                <a:gd name="connsiteX149" fmla="*/ 323857 w 425953"/>
                <a:gd name="connsiteY149" fmla="*/ 368402 h 444273"/>
                <a:gd name="connsiteX150" fmla="*/ 323857 w 425953"/>
                <a:gd name="connsiteY150" fmla="*/ 208989 h 444273"/>
                <a:gd name="connsiteX151" fmla="*/ 314850 w 425953"/>
                <a:gd name="connsiteY151" fmla="*/ 199499 h 444273"/>
                <a:gd name="connsiteX152" fmla="*/ 314850 w 425953"/>
                <a:gd name="connsiteY152" fmla="*/ 357477 h 444273"/>
                <a:gd name="connsiteX153" fmla="*/ 233702 w 425953"/>
                <a:gd name="connsiteY153" fmla="*/ 357477 h 444273"/>
                <a:gd name="connsiteX154" fmla="*/ 214264 w 425953"/>
                <a:gd name="connsiteY154" fmla="*/ 368854 h 444273"/>
                <a:gd name="connsiteX155" fmla="*/ 193390 w 425953"/>
                <a:gd name="connsiteY155" fmla="*/ 357959 h 444273"/>
                <a:gd name="connsiteX156" fmla="*/ 114160 w 425953"/>
                <a:gd name="connsiteY156" fmla="*/ 357959 h 444273"/>
                <a:gd name="connsiteX157" fmla="*/ 114160 w 425953"/>
                <a:gd name="connsiteY157" fmla="*/ 200922 h 444273"/>
                <a:gd name="connsiteX158" fmla="*/ 104438 w 425953"/>
                <a:gd name="connsiteY158" fmla="*/ 210644 h 444273"/>
                <a:gd name="connsiteX159" fmla="*/ 104438 w 425953"/>
                <a:gd name="connsiteY159" fmla="*/ 368402 h 444273"/>
                <a:gd name="connsiteX160" fmla="*/ 192914 w 425953"/>
                <a:gd name="connsiteY160" fmla="*/ 368402 h 444273"/>
                <a:gd name="connsiteX161" fmla="*/ 203821 w 425953"/>
                <a:gd name="connsiteY161" fmla="*/ 377880 h 444273"/>
                <a:gd name="connsiteX162" fmla="*/ 61837 w 425953"/>
                <a:gd name="connsiteY162" fmla="*/ 84922 h 444273"/>
                <a:gd name="connsiteX163" fmla="*/ 51247 w 425953"/>
                <a:gd name="connsiteY163" fmla="*/ 143255 h 444273"/>
                <a:gd name="connsiteX164" fmla="*/ 98459 w 425953"/>
                <a:gd name="connsiteY164" fmla="*/ 123804 h 444273"/>
                <a:gd name="connsiteX165" fmla="*/ 55821 w 425953"/>
                <a:gd name="connsiteY165" fmla="*/ 136244 h 444273"/>
                <a:gd name="connsiteX166" fmla="*/ 61837 w 425953"/>
                <a:gd name="connsiteY166" fmla="*/ 84922 h 444273"/>
                <a:gd name="connsiteX167" fmla="*/ 168627 w 425953"/>
                <a:gd name="connsiteY167" fmla="*/ 300476 h 444273"/>
                <a:gd name="connsiteX168" fmla="*/ 167809 w 425953"/>
                <a:gd name="connsiteY168" fmla="*/ 294943 h 444273"/>
                <a:gd name="connsiteX169" fmla="*/ 167717 w 425953"/>
                <a:gd name="connsiteY169" fmla="*/ 294943 h 444273"/>
                <a:gd name="connsiteX170" fmla="*/ 166936 w 425953"/>
                <a:gd name="connsiteY170" fmla="*/ 300476 h 444273"/>
                <a:gd name="connsiteX171" fmla="*/ 165397 w 425953"/>
                <a:gd name="connsiteY171" fmla="*/ 310186 h 444273"/>
                <a:gd name="connsiteX172" fmla="*/ 170478 w 425953"/>
                <a:gd name="connsiteY172" fmla="*/ 310186 h 444273"/>
                <a:gd name="connsiteX173" fmla="*/ 377982 w 425953"/>
                <a:gd name="connsiteY173" fmla="*/ 369080 h 444273"/>
                <a:gd name="connsiteX174" fmla="*/ 393079 w 425953"/>
                <a:gd name="connsiteY174" fmla="*/ 354607 h 444273"/>
                <a:gd name="connsiteX175" fmla="*/ 367076 w 425953"/>
                <a:gd name="connsiteY175" fmla="*/ 357788 h 444273"/>
                <a:gd name="connsiteX176" fmla="*/ 401024 w 425953"/>
                <a:gd name="connsiteY176" fmla="*/ 224415 h 444273"/>
                <a:gd name="connsiteX177" fmla="*/ 369598 w 425953"/>
                <a:gd name="connsiteY177" fmla="*/ 193044 h 444273"/>
                <a:gd name="connsiteX178" fmla="*/ 401701 w 425953"/>
                <a:gd name="connsiteY178" fmla="*/ 232775 h 444273"/>
                <a:gd name="connsiteX179" fmla="*/ 420370 w 425953"/>
                <a:gd name="connsiteY179" fmla="*/ 176488 h 444273"/>
                <a:gd name="connsiteX180" fmla="*/ 401024 w 425953"/>
                <a:gd name="connsiteY180" fmla="*/ 224415 h 444273"/>
                <a:gd name="connsiteX181" fmla="*/ 360700 w 425953"/>
                <a:gd name="connsiteY181" fmla="*/ 302870 h 444273"/>
                <a:gd name="connsiteX182" fmla="*/ 359772 w 425953"/>
                <a:gd name="connsiteY182" fmla="*/ 353935 h 444273"/>
                <a:gd name="connsiteX183" fmla="*/ 410245 w 425953"/>
                <a:gd name="connsiteY183" fmla="*/ 322863 h 444273"/>
                <a:gd name="connsiteX184" fmla="*/ 364627 w 425953"/>
                <a:gd name="connsiteY184" fmla="*/ 347114 h 444273"/>
                <a:gd name="connsiteX185" fmla="*/ 360700 w 425953"/>
                <a:gd name="connsiteY185" fmla="*/ 302870 h 444273"/>
                <a:gd name="connsiteX186" fmla="*/ 400144 w 425953"/>
                <a:gd name="connsiteY186" fmla="*/ 257013 h 444273"/>
                <a:gd name="connsiteX187" fmla="*/ 374654 w 425953"/>
                <a:gd name="connsiteY187" fmla="*/ 220659 h 444273"/>
                <a:gd name="connsiteX188" fmla="*/ 399369 w 425953"/>
                <a:gd name="connsiteY188" fmla="*/ 265349 h 444273"/>
                <a:gd name="connsiteX189" fmla="*/ 427540 w 425953"/>
                <a:gd name="connsiteY189" fmla="*/ 213190 h 444273"/>
                <a:gd name="connsiteX190" fmla="*/ 400144 w 425953"/>
                <a:gd name="connsiteY190" fmla="*/ 257013 h 444273"/>
                <a:gd name="connsiteX191" fmla="*/ 374831 w 425953"/>
                <a:gd name="connsiteY191" fmla="*/ 248720 h 444273"/>
                <a:gd name="connsiteX192" fmla="*/ 391411 w 425953"/>
                <a:gd name="connsiteY192" fmla="*/ 297044 h 444273"/>
                <a:gd name="connsiteX193" fmla="*/ 428224 w 425953"/>
                <a:gd name="connsiteY193" fmla="*/ 250564 h 444273"/>
                <a:gd name="connsiteX194" fmla="*/ 393665 w 425953"/>
                <a:gd name="connsiteY194" fmla="*/ 288964 h 444273"/>
                <a:gd name="connsiteX195" fmla="*/ 374831 w 425953"/>
                <a:gd name="connsiteY195" fmla="*/ 248720 h 444273"/>
                <a:gd name="connsiteX196" fmla="*/ 396114 w 425953"/>
                <a:gd name="connsiteY196" fmla="*/ 273392 h 444273"/>
                <a:gd name="connsiteX197" fmla="*/ 399417 w 425953"/>
                <a:gd name="connsiteY197" fmla="*/ 270076 h 444273"/>
                <a:gd name="connsiteX198" fmla="*/ 396114 w 425953"/>
                <a:gd name="connsiteY198" fmla="*/ 266760 h 444273"/>
                <a:gd name="connsiteX199" fmla="*/ 392810 w 425953"/>
                <a:gd name="connsiteY199" fmla="*/ 270076 h 444273"/>
                <a:gd name="connsiteX200" fmla="*/ 396114 w 425953"/>
                <a:gd name="connsiteY200" fmla="*/ 273392 h 444273"/>
                <a:gd name="connsiteX201" fmla="*/ 376731 w 425953"/>
                <a:gd name="connsiteY201" fmla="*/ 330100 h 444273"/>
                <a:gd name="connsiteX202" fmla="*/ 373427 w 425953"/>
                <a:gd name="connsiteY202" fmla="*/ 326778 h 444273"/>
                <a:gd name="connsiteX203" fmla="*/ 370111 w 425953"/>
                <a:gd name="connsiteY203" fmla="*/ 330100 h 444273"/>
                <a:gd name="connsiteX204" fmla="*/ 373427 w 425953"/>
                <a:gd name="connsiteY204" fmla="*/ 333422 h 444273"/>
                <a:gd name="connsiteX205" fmla="*/ 376731 w 425953"/>
                <a:gd name="connsiteY205" fmla="*/ 330100 h 444273"/>
                <a:gd name="connsiteX206" fmla="*/ 96591 w 425953"/>
                <a:gd name="connsiteY206" fmla="*/ 132671 h 444273"/>
                <a:gd name="connsiteX207" fmla="*/ 96627 w 425953"/>
                <a:gd name="connsiteY207" fmla="*/ 132671 h 444273"/>
                <a:gd name="connsiteX208" fmla="*/ 72053 w 425953"/>
                <a:gd name="connsiteY208" fmla="*/ 143841 h 444273"/>
                <a:gd name="connsiteX209" fmla="*/ 76847 w 425953"/>
                <a:gd name="connsiteY209" fmla="*/ 148323 h 444273"/>
                <a:gd name="connsiteX210" fmla="*/ 127052 w 425953"/>
                <a:gd name="connsiteY210" fmla="*/ 148104 h 444273"/>
                <a:gd name="connsiteX211" fmla="*/ 111473 w 425953"/>
                <a:gd name="connsiteY211" fmla="*/ 132513 h 444273"/>
                <a:gd name="connsiteX212" fmla="*/ 111461 w 425953"/>
                <a:gd name="connsiteY212" fmla="*/ 132513 h 444273"/>
                <a:gd name="connsiteX213" fmla="*/ 103552 w 425953"/>
                <a:gd name="connsiteY213" fmla="*/ 124610 h 444273"/>
                <a:gd name="connsiteX214" fmla="*/ 96591 w 425953"/>
                <a:gd name="connsiteY214" fmla="*/ 132671 h 444273"/>
                <a:gd name="connsiteX215" fmla="*/ 290758 w 425953"/>
                <a:gd name="connsiteY215" fmla="*/ 295193 h 444273"/>
                <a:gd name="connsiteX216" fmla="*/ 290673 w 425953"/>
                <a:gd name="connsiteY216" fmla="*/ 295193 h 444273"/>
                <a:gd name="connsiteX217" fmla="*/ 289897 w 425953"/>
                <a:gd name="connsiteY217" fmla="*/ 300695 h 444273"/>
                <a:gd name="connsiteX218" fmla="*/ 288346 w 425953"/>
                <a:gd name="connsiteY218" fmla="*/ 310424 h 444273"/>
                <a:gd name="connsiteX219" fmla="*/ 293409 w 425953"/>
                <a:gd name="connsiteY219" fmla="*/ 310424 h 444273"/>
                <a:gd name="connsiteX220" fmla="*/ 291564 w 425953"/>
                <a:gd name="connsiteY220" fmla="*/ 300695 h 444273"/>
                <a:gd name="connsiteX221" fmla="*/ 186038 w 425953"/>
                <a:gd name="connsiteY221" fmla="*/ 251670 h 444273"/>
                <a:gd name="connsiteX222" fmla="*/ 181171 w 425953"/>
                <a:gd name="connsiteY222" fmla="*/ 247102 h 444273"/>
                <a:gd name="connsiteX223" fmla="*/ 180194 w 425953"/>
                <a:gd name="connsiteY223" fmla="*/ 247102 h 444273"/>
                <a:gd name="connsiteX224" fmla="*/ 180194 w 425953"/>
                <a:gd name="connsiteY224" fmla="*/ 256830 h 444273"/>
                <a:gd name="connsiteX225" fmla="*/ 181464 w 425953"/>
                <a:gd name="connsiteY225" fmla="*/ 256873 h 444273"/>
                <a:gd name="connsiteX226" fmla="*/ 186038 w 425953"/>
                <a:gd name="connsiteY226" fmla="*/ 251670 h 444273"/>
                <a:gd name="connsiteX227" fmla="*/ 257305 w 425953"/>
                <a:gd name="connsiteY227" fmla="*/ 271908 h 444273"/>
                <a:gd name="connsiteX228" fmla="*/ 260877 w 425953"/>
                <a:gd name="connsiteY228" fmla="*/ 266528 h 444273"/>
                <a:gd name="connsiteX229" fmla="*/ 260877 w 425953"/>
                <a:gd name="connsiteY229" fmla="*/ 241392 h 444273"/>
                <a:gd name="connsiteX230" fmla="*/ 268083 w 425953"/>
                <a:gd name="connsiteY230" fmla="*/ 241392 h 444273"/>
                <a:gd name="connsiteX231" fmla="*/ 268083 w 425953"/>
                <a:gd name="connsiteY231" fmla="*/ 267999 h 444273"/>
                <a:gd name="connsiteX232" fmla="*/ 257244 w 425953"/>
                <a:gd name="connsiteY232" fmla="*/ 278436 h 444273"/>
                <a:gd name="connsiteX233" fmla="*/ 246508 w 425953"/>
                <a:gd name="connsiteY233" fmla="*/ 268476 h 444273"/>
                <a:gd name="connsiteX234" fmla="*/ 246508 w 425953"/>
                <a:gd name="connsiteY234" fmla="*/ 241392 h 444273"/>
                <a:gd name="connsiteX235" fmla="*/ 253720 w 425953"/>
                <a:gd name="connsiteY235" fmla="*/ 241392 h 444273"/>
                <a:gd name="connsiteX236" fmla="*/ 253720 w 425953"/>
                <a:gd name="connsiteY236" fmla="*/ 264995 h 444273"/>
                <a:gd name="connsiteX237" fmla="*/ 257305 w 425953"/>
                <a:gd name="connsiteY237" fmla="*/ 271908 h 444273"/>
                <a:gd name="connsiteX238" fmla="*/ 275857 w 425953"/>
                <a:gd name="connsiteY238" fmla="*/ 285807 h 444273"/>
                <a:gd name="connsiteX239" fmla="*/ 275857 w 425953"/>
                <a:gd name="connsiteY239" fmla="*/ 292579 h 444273"/>
                <a:gd name="connsiteX240" fmla="*/ 268572 w 425953"/>
                <a:gd name="connsiteY240" fmla="*/ 292579 h 444273"/>
                <a:gd name="connsiteX241" fmla="*/ 268572 w 425953"/>
                <a:gd name="connsiteY241" fmla="*/ 300500 h 444273"/>
                <a:gd name="connsiteX242" fmla="*/ 275002 w 425953"/>
                <a:gd name="connsiteY242" fmla="*/ 300500 h 444273"/>
                <a:gd name="connsiteX243" fmla="*/ 275002 w 425953"/>
                <a:gd name="connsiteY243" fmla="*/ 307285 h 444273"/>
                <a:gd name="connsiteX244" fmla="*/ 268572 w 425953"/>
                <a:gd name="connsiteY244" fmla="*/ 307285 h 444273"/>
                <a:gd name="connsiteX245" fmla="*/ 268572 w 425953"/>
                <a:gd name="connsiteY245" fmla="*/ 315511 h 444273"/>
                <a:gd name="connsiteX246" fmla="*/ 275955 w 425953"/>
                <a:gd name="connsiteY246" fmla="*/ 315511 h 444273"/>
                <a:gd name="connsiteX247" fmla="*/ 275955 w 425953"/>
                <a:gd name="connsiteY247" fmla="*/ 322295 h 444273"/>
                <a:gd name="connsiteX248" fmla="*/ 261354 w 425953"/>
                <a:gd name="connsiteY248" fmla="*/ 322295 h 444273"/>
                <a:gd name="connsiteX249" fmla="*/ 261354 w 425953"/>
                <a:gd name="connsiteY249" fmla="*/ 285807 h 444273"/>
                <a:gd name="connsiteX250" fmla="*/ 273891 w 425953"/>
                <a:gd name="connsiteY250" fmla="*/ 241392 h 444273"/>
                <a:gd name="connsiteX251" fmla="*/ 282001 w 425953"/>
                <a:gd name="connsiteY251" fmla="*/ 241392 h 444273"/>
                <a:gd name="connsiteX252" fmla="*/ 284089 w 425953"/>
                <a:gd name="connsiteY252" fmla="*/ 246473 h 444273"/>
                <a:gd name="connsiteX253" fmla="*/ 285842 w 425953"/>
                <a:gd name="connsiteY253" fmla="*/ 252030 h 444273"/>
                <a:gd name="connsiteX254" fmla="*/ 285940 w 425953"/>
                <a:gd name="connsiteY254" fmla="*/ 252030 h 444273"/>
                <a:gd name="connsiteX255" fmla="*/ 287577 w 425953"/>
                <a:gd name="connsiteY255" fmla="*/ 246473 h 444273"/>
                <a:gd name="connsiteX256" fmla="*/ 289732 w 425953"/>
                <a:gd name="connsiteY256" fmla="*/ 241392 h 444273"/>
                <a:gd name="connsiteX257" fmla="*/ 297543 w 425953"/>
                <a:gd name="connsiteY257" fmla="*/ 241392 h 444273"/>
                <a:gd name="connsiteX258" fmla="*/ 289732 w 425953"/>
                <a:gd name="connsiteY258" fmla="*/ 259041 h 444273"/>
                <a:gd name="connsiteX259" fmla="*/ 298105 w 425953"/>
                <a:gd name="connsiteY259" fmla="*/ 277862 h 444273"/>
                <a:gd name="connsiteX260" fmla="*/ 289732 w 425953"/>
                <a:gd name="connsiteY260" fmla="*/ 277862 h 444273"/>
                <a:gd name="connsiteX261" fmla="*/ 287430 w 425953"/>
                <a:gd name="connsiteY261" fmla="*/ 272067 h 444273"/>
                <a:gd name="connsiteX262" fmla="*/ 285842 w 425953"/>
                <a:gd name="connsiteY262" fmla="*/ 266589 h 444273"/>
                <a:gd name="connsiteX263" fmla="*/ 285732 w 425953"/>
                <a:gd name="connsiteY263" fmla="*/ 266589 h 444273"/>
                <a:gd name="connsiteX264" fmla="*/ 284151 w 425953"/>
                <a:gd name="connsiteY264" fmla="*/ 272067 h 444273"/>
                <a:gd name="connsiteX265" fmla="*/ 282001 w 425953"/>
                <a:gd name="connsiteY265" fmla="*/ 277862 h 444273"/>
                <a:gd name="connsiteX266" fmla="*/ 273891 w 425953"/>
                <a:gd name="connsiteY266" fmla="*/ 277862 h 444273"/>
                <a:gd name="connsiteX267" fmla="*/ 281610 w 425953"/>
                <a:gd name="connsiteY267" fmla="*/ 259041 h 444273"/>
                <a:gd name="connsiteX268" fmla="*/ 295851 w 425953"/>
                <a:gd name="connsiteY268" fmla="*/ 322295 h 444273"/>
                <a:gd name="connsiteX269" fmla="*/ 294489 w 425953"/>
                <a:gd name="connsiteY269" fmla="*/ 316134 h 444273"/>
                <a:gd name="connsiteX270" fmla="*/ 287192 w 425953"/>
                <a:gd name="connsiteY270" fmla="*/ 316134 h 444273"/>
                <a:gd name="connsiteX271" fmla="*/ 285867 w 425953"/>
                <a:gd name="connsiteY271" fmla="*/ 322295 h 444273"/>
                <a:gd name="connsiteX272" fmla="*/ 278722 w 425953"/>
                <a:gd name="connsiteY272" fmla="*/ 322295 h 444273"/>
                <a:gd name="connsiteX273" fmla="*/ 287192 w 425953"/>
                <a:gd name="connsiteY273" fmla="*/ 285807 h 444273"/>
                <a:gd name="connsiteX274" fmla="*/ 294795 w 425953"/>
                <a:gd name="connsiteY274" fmla="*/ 285807 h 444273"/>
                <a:gd name="connsiteX275" fmla="*/ 303552 w 425953"/>
                <a:gd name="connsiteY275" fmla="*/ 322295 h 444273"/>
                <a:gd name="connsiteX276" fmla="*/ 249690 w 425953"/>
                <a:gd name="connsiteY276" fmla="*/ 322295 h 444273"/>
                <a:gd name="connsiteX277" fmla="*/ 247949 w 425953"/>
                <a:gd name="connsiteY277" fmla="*/ 296005 h 444273"/>
                <a:gd name="connsiteX278" fmla="*/ 247851 w 425953"/>
                <a:gd name="connsiteY278" fmla="*/ 296005 h 444273"/>
                <a:gd name="connsiteX279" fmla="*/ 246679 w 425953"/>
                <a:gd name="connsiteY279" fmla="*/ 305013 h 444273"/>
                <a:gd name="connsiteX280" fmla="*/ 243595 w 425953"/>
                <a:gd name="connsiteY280" fmla="*/ 322295 h 444273"/>
                <a:gd name="connsiteX281" fmla="*/ 238032 w 425953"/>
                <a:gd name="connsiteY281" fmla="*/ 322295 h 444273"/>
                <a:gd name="connsiteX282" fmla="*/ 234496 w 425953"/>
                <a:gd name="connsiteY282" fmla="*/ 304818 h 444273"/>
                <a:gd name="connsiteX283" fmla="*/ 233280 w 425953"/>
                <a:gd name="connsiteY283" fmla="*/ 296683 h 444273"/>
                <a:gd name="connsiteX284" fmla="*/ 233280 w 425953"/>
                <a:gd name="connsiteY284" fmla="*/ 296005 h 444273"/>
                <a:gd name="connsiteX285" fmla="*/ 233201 w 425953"/>
                <a:gd name="connsiteY285" fmla="*/ 296005 h 444273"/>
                <a:gd name="connsiteX286" fmla="*/ 232120 w 425953"/>
                <a:gd name="connsiteY286" fmla="*/ 322295 h 444273"/>
                <a:gd name="connsiteX287" fmla="*/ 224383 w 425953"/>
                <a:gd name="connsiteY287" fmla="*/ 322295 h 444273"/>
                <a:gd name="connsiteX288" fmla="*/ 227577 w 425953"/>
                <a:gd name="connsiteY288" fmla="*/ 285807 h 444273"/>
                <a:gd name="connsiteX289" fmla="*/ 237079 w 425953"/>
                <a:gd name="connsiteY289" fmla="*/ 285807 h 444273"/>
                <a:gd name="connsiteX290" fmla="*/ 240603 w 425953"/>
                <a:gd name="connsiteY290" fmla="*/ 307340 h 444273"/>
                <a:gd name="connsiteX291" fmla="*/ 240682 w 425953"/>
                <a:gd name="connsiteY291" fmla="*/ 307340 h 444273"/>
                <a:gd name="connsiteX292" fmla="*/ 243595 w 425953"/>
                <a:gd name="connsiteY292" fmla="*/ 285807 h 444273"/>
                <a:gd name="connsiteX293" fmla="*/ 253256 w 425953"/>
                <a:gd name="connsiteY293" fmla="*/ 285807 h 444273"/>
                <a:gd name="connsiteX294" fmla="*/ 257097 w 425953"/>
                <a:gd name="connsiteY294" fmla="*/ 322295 h 444273"/>
                <a:gd name="connsiteX295" fmla="*/ 226313 w 425953"/>
                <a:gd name="connsiteY295" fmla="*/ 241392 h 444273"/>
                <a:gd name="connsiteX296" fmla="*/ 233519 w 425953"/>
                <a:gd name="connsiteY296" fmla="*/ 241392 h 444273"/>
                <a:gd name="connsiteX297" fmla="*/ 233519 w 425953"/>
                <a:gd name="connsiteY297" fmla="*/ 271096 h 444273"/>
                <a:gd name="connsiteX298" fmla="*/ 241054 w 425953"/>
                <a:gd name="connsiteY298" fmla="*/ 271096 h 444273"/>
                <a:gd name="connsiteX299" fmla="*/ 241054 w 425953"/>
                <a:gd name="connsiteY299" fmla="*/ 277862 h 444273"/>
                <a:gd name="connsiteX300" fmla="*/ 226313 w 425953"/>
                <a:gd name="connsiteY300" fmla="*/ 277862 h 444273"/>
                <a:gd name="connsiteX301" fmla="*/ 217067 w 425953"/>
                <a:gd name="connsiteY301" fmla="*/ 235767 h 444273"/>
                <a:gd name="connsiteX302" fmla="*/ 217067 w 425953"/>
                <a:gd name="connsiteY302" fmla="*/ 359480 h 444273"/>
                <a:gd name="connsiteX303" fmla="*/ 233793 w 425953"/>
                <a:gd name="connsiteY303" fmla="*/ 352512 h 444273"/>
                <a:gd name="connsiteX304" fmla="*/ 310544 w 425953"/>
                <a:gd name="connsiteY304" fmla="*/ 352512 h 444273"/>
                <a:gd name="connsiteX305" fmla="*/ 310544 w 425953"/>
                <a:gd name="connsiteY305" fmla="*/ 199029 h 444273"/>
                <a:gd name="connsiteX306" fmla="*/ 269134 w 425953"/>
                <a:gd name="connsiteY306" fmla="*/ 199029 h 444273"/>
                <a:gd name="connsiteX307" fmla="*/ 217067 w 425953"/>
                <a:gd name="connsiteY307" fmla="*/ 235767 h 444273"/>
                <a:gd name="connsiteX308" fmla="*/ 119039 w 425953"/>
                <a:gd name="connsiteY308" fmla="*/ 111236 h 444273"/>
                <a:gd name="connsiteX309" fmla="*/ 103339 w 425953"/>
                <a:gd name="connsiteY309" fmla="*/ 118668 h 444273"/>
                <a:gd name="connsiteX310" fmla="*/ 119039 w 425953"/>
                <a:gd name="connsiteY310" fmla="*/ 133203 h 444273"/>
                <a:gd name="connsiteX311" fmla="*/ 184945 w 425953"/>
                <a:gd name="connsiteY311" fmla="*/ 96751 h 444273"/>
                <a:gd name="connsiteX312" fmla="*/ 184945 w 425953"/>
                <a:gd name="connsiteY312" fmla="*/ 80476 h 444273"/>
                <a:gd name="connsiteX313" fmla="*/ 235662 w 425953"/>
                <a:gd name="connsiteY313" fmla="*/ 80476 h 444273"/>
                <a:gd name="connsiteX314" fmla="*/ 235662 w 425953"/>
                <a:gd name="connsiteY314" fmla="*/ 103731 h 444273"/>
                <a:gd name="connsiteX315" fmla="*/ 252377 w 425953"/>
                <a:gd name="connsiteY315" fmla="*/ 103731 h 444273"/>
                <a:gd name="connsiteX316" fmla="*/ 252377 w 425953"/>
                <a:gd name="connsiteY316" fmla="*/ 120476 h 444273"/>
                <a:gd name="connsiteX317" fmla="*/ 236132 w 425953"/>
                <a:gd name="connsiteY317" fmla="*/ 120476 h 444273"/>
                <a:gd name="connsiteX318" fmla="*/ 236132 w 425953"/>
                <a:gd name="connsiteY318" fmla="*/ 127920 h 444273"/>
                <a:gd name="connsiteX319" fmla="*/ 252377 w 425953"/>
                <a:gd name="connsiteY319" fmla="*/ 127920 h 444273"/>
                <a:gd name="connsiteX320" fmla="*/ 252377 w 425953"/>
                <a:gd name="connsiteY320" fmla="*/ 146058 h 444273"/>
                <a:gd name="connsiteX321" fmla="*/ 236132 w 425953"/>
                <a:gd name="connsiteY321" fmla="*/ 146058 h 444273"/>
                <a:gd name="connsiteX322" fmla="*/ 236132 w 425953"/>
                <a:gd name="connsiteY322" fmla="*/ 200482 h 444273"/>
                <a:gd name="connsiteX323" fmla="*/ 222166 w 425953"/>
                <a:gd name="connsiteY323" fmla="*/ 200482 h 444273"/>
                <a:gd name="connsiteX324" fmla="*/ 202856 w 425953"/>
                <a:gd name="connsiteY324" fmla="*/ 181166 h 444273"/>
                <a:gd name="connsiteX325" fmla="*/ 185201 w 425953"/>
                <a:gd name="connsiteY325" fmla="*/ 198845 h 444273"/>
                <a:gd name="connsiteX326" fmla="*/ 172389 w 425953"/>
                <a:gd name="connsiteY326" fmla="*/ 186064 h 444273"/>
                <a:gd name="connsiteX327" fmla="*/ 201696 w 425953"/>
                <a:gd name="connsiteY327" fmla="*/ 156763 h 444273"/>
                <a:gd name="connsiteX328" fmla="*/ 216810 w 425953"/>
                <a:gd name="connsiteY328" fmla="*/ 171871 h 444273"/>
                <a:gd name="connsiteX329" fmla="*/ 216810 w 425953"/>
                <a:gd name="connsiteY329" fmla="*/ 96751 h 444273"/>
                <a:gd name="connsiteX330" fmla="*/ 158887 w 425953"/>
                <a:gd name="connsiteY330" fmla="*/ 174742 h 444273"/>
                <a:gd name="connsiteX331" fmla="*/ 212945 w 425953"/>
                <a:gd name="connsiteY331" fmla="*/ 231175 h 444273"/>
                <a:gd name="connsiteX332" fmla="*/ 267057 w 425953"/>
                <a:gd name="connsiteY332" fmla="*/ 174742 h 444273"/>
                <a:gd name="connsiteX333" fmla="*/ 267057 w 425953"/>
                <a:gd name="connsiteY333" fmla="*/ 64672 h 444273"/>
                <a:gd name="connsiteX334" fmla="*/ 158911 w 425953"/>
                <a:gd name="connsiteY334" fmla="*/ 64672 h 444273"/>
                <a:gd name="connsiteX335" fmla="*/ 158887 w 425953"/>
                <a:gd name="connsiteY335" fmla="*/ 174742 h 444273"/>
                <a:gd name="connsiteX336" fmla="*/ 112701 w 425953"/>
                <a:gd name="connsiteY336" fmla="*/ 182045 h 444273"/>
                <a:gd name="connsiteX337" fmla="*/ 125610 w 425953"/>
                <a:gd name="connsiteY337" fmla="*/ 193441 h 444273"/>
                <a:gd name="connsiteX338" fmla="*/ 154728 w 425953"/>
                <a:gd name="connsiteY338" fmla="*/ 193441 h 444273"/>
                <a:gd name="connsiteX339" fmla="*/ 153787 w 425953"/>
                <a:gd name="connsiteY339" fmla="*/ 182284 h 444273"/>
                <a:gd name="connsiteX340" fmla="*/ 347039 w 425953"/>
                <a:gd name="connsiteY340" fmla="*/ 327560 h 444273"/>
                <a:gd name="connsiteX341" fmla="*/ 343912 w 425953"/>
                <a:gd name="connsiteY341" fmla="*/ 333795 h 444273"/>
                <a:gd name="connsiteX342" fmla="*/ 350905 w 425953"/>
                <a:gd name="connsiteY342" fmla="*/ 341056 h 444273"/>
                <a:gd name="connsiteX343" fmla="*/ 347039 w 425953"/>
                <a:gd name="connsiteY343" fmla="*/ 327560 h 444273"/>
                <a:gd name="connsiteX344" fmla="*/ 71589 w 425953"/>
                <a:gd name="connsiteY344" fmla="*/ 357324 h 444273"/>
                <a:gd name="connsiteX345" fmla="*/ 69427 w 425953"/>
                <a:gd name="connsiteY345" fmla="*/ 306308 h 444273"/>
                <a:gd name="connsiteX346" fmla="*/ 66545 w 425953"/>
                <a:gd name="connsiteY346" fmla="*/ 350607 h 444273"/>
                <a:gd name="connsiteX347" fmla="*/ 20389 w 425953"/>
                <a:gd name="connsiteY347" fmla="*/ 327419 h 444273"/>
                <a:gd name="connsiteX348" fmla="*/ 71589 w 425953"/>
                <a:gd name="connsiteY348" fmla="*/ 357324 h 444273"/>
                <a:gd name="connsiteX349" fmla="*/ 69788 w 425953"/>
                <a:gd name="connsiteY349" fmla="*/ 116360 h 444273"/>
                <a:gd name="connsiteX350" fmla="*/ 119668 w 425953"/>
                <a:gd name="connsiteY350" fmla="*/ 105398 h 444273"/>
                <a:gd name="connsiteX351" fmla="*/ 75528 w 425953"/>
                <a:gd name="connsiteY351" fmla="*/ 110235 h 444273"/>
                <a:gd name="connsiteX352" fmla="*/ 90325 w 425953"/>
                <a:gd name="connsiteY352" fmla="*/ 60745 h 444273"/>
                <a:gd name="connsiteX353" fmla="*/ 69788 w 425953"/>
                <a:gd name="connsiteY353" fmla="*/ 116360 h 444273"/>
                <a:gd name="connsiteX354" fmla="*/ 148652 w 425953"/>
                <a:gd name="connsiteY354" fmla="*/ 382869 h 444273"/>
                <a:gd name="connsiteX355" fmla="*/ 174936 w 425953"/>
                <a:gd name="connsiteY355" fmla="*/ 418674 h 444273"/>
                <a:gd name="connsiteX356" fmla="*/ 124646 w 425953"/>
                <a:gd name="connsiteY356" fmla="*/ 430600 h 444273"/>
                <a:gd name="connsiteX357" fmla="*/ 183082 w 425953"/>
                <a:gd name="connsiteY357" fmla="*/ 420598 h 444273"/>
                <a:gd name="connsiteX358" fmla="*/ 148652 w 425953"/>
                <a:gd name="connsiteY358" fmla="*/ 382869 h 444273"/>
                <a:gd name="connsiteX359" fmla="*/ 52633 w 425953"/>
                <a:gd name="connsiteY359" fmla="*/ 330692 h 444273"/>
                <a:gd name="connsiteX360" fmla="*/ 59406 w 425953"/>
                <a:gd name="connsiteY360" fmla="*/ 280079 h 444273"/>
                <a:gd name="connsiteX361" fmla="*/ 48866 w 425953"/>
                <a:gd name="connsiteY361" fmla="*/ 323212 h 444273"/>
                <a:gd name="connsiteX362" fmla="*/ 7400 w 425953"/>
                <a:gd name="connsiteY362" fmla="*/ 292366 h 444273"/>
                <a:gd name="connsiteX363" fmla="*/ 52633 w 425953"/>
                <a:gd name="connsiteY363" fmla="*/ 330692 h 444273"/>
                <a:gd name="connsiteX364" fmla="*/ 128682 w 425953"/>
                <a:gd name="connsiteY364" fmla="*/ 371846 h 444273"/>
                <a:gd name="connsiteX365" fmla="*/ 123955 w 425953"/>
                <a:gd name="connsiteY365" fmla="*/ 371816 h 444273"/>
                <a:gd name="connsiteX366" fmla="*/ 143760 w 425953"/>
                <a:gd name="connsiteY366" fmla="*/ 409074 h 444273"/>
                <a:gd name="connsiteX367" fmla="*/ 92200 w 425953"/>
                <a:gd name="connsiteY367" fmla="*/ 412066 h 444273"/>
                <a:gd name="connsiteX368" fmla="*/ 151467 w 425953"/>
                <a:gd name="connsiteY368" fmla="*/ 412378 h 444273"/>
                <a:gd name="connsiteX369" fmla="*/ 128682 w 425953"/>
                <a:gd name="connsiteY369" fmla="*/ 371846 h 444273"/>
                <a:gd name="connsiteX370" fmla="*/ 58838 w 425953"/>
                <a:gd name="connsiteY370" fmla="*/ 387572 h 444273"/>
                <a:gd name="connsiteX371" fmla="*/ 71516 w 425953"/>
                <a:gd name="connsiteY371" fmla="*/ 383395 h 444273"/>
                <a:gd name="connsiteX372" fmla="*/ 63168 w 425953"/>
                <a:gd name="connsiteY372" fmla="*/ 381428 h 444273"/>
                <a:gd name="connsiteX373" fmla="*/ 62404 w 425953"/>
                <a:gd name="connsiteY373" fmla="*/ 382472 h 444273"/>
                <a:gd name="connsiteX374" fmla="*/ 63168 w 425953"/>
                <a:gd name="connsiteY374" fmla="*/ 381428 h 444273"/>
                <a:gd name="connsiteX375" fmla="*/ 26362 w 425953"/>
                <a:gd name="connsiteY375" fmla="*/ 420176 h 444273"/>
                <a:gd name="connsiteX376" fmla="*/ 26142 w 425953"/>
                <a:gd name="connsiteY376" fmla="*/ 430191 h 444273"/>
                <a:gd name="connsiteX377" fmla="*/ 34973 w 425953"/>
                <a:gd name="connsiteY377" fmla="*/ 429733 h 444273"/>
                <a:gd name="connsiteX378" fmla="*/ 70838 w 425953"/>
                <a:gd name="connsiteY378" fmla="*/ 398356 h 444273"/>
                <a:gd name="connsiteX379" fmla="*/ 58838 w 425953"/>
                <a:gd name="connsiteY379" fmla="*/ 387572 h 444273"/>
                <a:gd name="connsiteX380" fmla="*/ 38600 w 425953"/>
                <a:gd name="connsiteY380" fmla="*/ 301178 h 444273"/>
                <a:gd name="connsiteX381" fmla="*/ 54050 w 425953"/>
                <a:gd name="connsiteY381" fmla="*/ 252494 h 444273"/>
                <a:gd name="connsiteX382" fmla="*/ 36176 w 425953"/>
                <a:gd name="connsiteY382" fmla="*/ 293166 h 444273"/>
                <a:gd name="connsiteX383" fmla="*/ 725 w 425953"/>
                <a:gd name="connsiteY383" fmla="*/ 255572 h 444273"/>
                <a:gd name="connsiteX384" fmla="*/ 38600 w 425953"/>
                <a:gd name="connsiteY384" fmla="*/ 301178 h 444273"/>
                <a:gd name="connsiteX385" fmla="*/ 57507 w 425953"/>
                <a:gd name="connsiteY385" fmla="*/ 82980 h 444273"/>
                <a:gd name="connsiteX386" fmla="*/ 13934 w 425953"/>
                <a:gd name="connsiteY386" fmla="*/ 39371 h 444273"/>
                <a:gd name="connsiteX387" fmla="*/ 9849 w 425953"/>
                <a:gd name="connsiteY387" fmla="*/ 82980 h 444273"/>
                <a:gd name="connsiteX388" fmla="*/ 77238 w 425953"/>
                <a:gd name="connsiteY388" fmla="*/ 67108 h 444273"/>
                <a:gd name="connsiteX389" fmla="*/ 51601 w 425953"/>
                <a:gd name="connsiteY389" fmla="*/ 41234 h 444273"/>
                <a:gd name="connsiteX390" fmla="*/ 16890 w 425953"/>
                <a:gd name="connsiteY390" fmla="*/ 35817 h 444273"/>
                <a:gd name="connsiteX391" fmla="*/ 67388 w 425953"/>
                <a:gd name="connsiteY391" fmla="*/ 86119 h 444273"/>
                <a:gd name="connsiteX392" fmla="*/ 77238 w 425953"/>
                <a:gd name="connsiteY392" fmla="*/ 67108 h 444273"/>
                <a:gd name="connsiteX393" fmla="*/ 30002 w 425953"/>
                <a:gd name="connsiteY393" fmla="*/ 274296 h 444273"/>
                <a:gd name="connsiteX394" fmla="*/ 33299 w 425953"/>
                <a:gd name="connsiteY394" fmla="*/ 277612 h 444273"/>
                <a:gd name="connsiteX395" fmla="*/ 36603 w 425953"/>
                <a:gd name="connsiteY395" fmla="*/ 274296 h 444273"/>
                <a:gd name="connsiteX396" fmla="*/ 33299 w 425953"/>
                <a:gd name="connsiteY396" fmla="*/ 270973 h 444273"/>
                <a:gd name="connsiteX397" fmla="*/ 30002 w 425953"/>
                <a:gd name="connsiteY397" fmla="*/ 274296 h 444273"/>
                <a:gd name="connsiteX398" fmla="*/ 29916 w 425953"/>
                <a:gd name="connsiteY398" fmla="*/ 269703 h 444273"/>
                <a:gd name="connsiteX399" fmla="*/ 53574 w 425953"/>
                <a:gd name="connsiteY399" fmla="*/ 224427 h 444273"/>
                <a:gd name="connsiteX400" fmla="*/ 28914 w 425953"/>
                <a:gd name="connsiteY400" fmla="*/ 261367 h 444273"/>
                <a:gd name="connsiteX401" fmla="*/ 524 w 425953"/>
                <a:gd name="connsiteY401" fmla="*/ 218186 h 444273"/>
                <a:gd name="connsiteX402" fmla="*/ 29916 w 425953"/>
                <a:gd name="connsiteY402" fmla="*/ 269703 h 444273"/>
                <a:gd name="connsiteX403" fmla="*/ 54063 w 425953"/>
                <a:gd name="connsiteY403" fmla="*/ 333905 h 444273"/>
                <a:gd name="connsiteX404" fmla="*/ 57385 w 425953"/>
                <a:gd name="connsiteY404" fmla="*/ 337227 h 444273"/>
                <a:gd name="connsiteX405" fmla="*/ 60701 w 425953"/>
                <a:gd name="connsiteY405" fmla="*/ 333905 h 444273"/>
                <a:gd name="connsiteX406" fmla="*/ 57385 w 425953"/>
                <a:gd name="connsiteY406" fmla="*/ 330595 h 444273"/>
                <a:gd name="connsiteX407" fmla="*/ 54063 w 425953"/>
                <a:gd name="connsiteY407" fmla="*/ 333905 h 444273"/>
                <a:gd name="connsiteX408" fmla="*/ 331460 w 425953"/>
                <a:gd name="connsiteY408" fmla="*/ 382283 h 444273"/>
                <a:gd name="connsiteX409" fmla="*/ 334764 w 425953"/>
                <a:gd name="connsiteY409" fmla="*/ 378967 h 444273"/>
                <a:gd name="connsiteX410" fmla="*/ 331460 w 425953"/>
                <a:gd name="connsiteY410" fmla="*/ 375657 h 444273"/>
                <a:gd name="connsiteX411" fmla="*/ 328163 w 425953"/>
                <a:gd name="connsiteY411" fmla="*/ 378967 h 444273"/>
                <a:gd name="connsiteX412" fmla="*/ 331460 w 425953"/>
                <a:gd name="connsiteY412" fmla="*/ 382283 h 444273"/>
                <a:gd name="connsiteX413" fmla="*/ 349073 w 425953"/>
                <a:gd name="connsiteY413" fmla="*/ 377990 h 444273"/>
                <a:gd name="connsiteX414" fmla="*/ 337415 w 425953"/>
                <a:gd name="connsiteY414" fmla="*/ 368482 h 444273"/>
                <a:gd name="connsiteX415" fmla="*/ 338605 w 425953"/>
                <a:gd name="connsiteY415" fmla="*/ 377941 h 444273"/>
                <a:gd name="connsiteX416" fmla="*/ 349073 w 425953"/>
                <a:gd name="connsiteY416" fmla="*/ 377990 h 444273"/>
                <a:gd name="connsiteX417" fmla="*/ 381677 w 425953"/>
                <a:gd name="connsiteY417" fmla="*/ 319309 h 444273"/>
                <a:gd name="connsiteX418" fmla="*/ 370160 w 425953"/>
                <a:gd name="connsiteY418" fmla="*/ 276427 h 444273"/>
                <a:gd name="connsiteX419" fmla="*/ 378062 w 425953"/>
                <a:gd name="connsiteY419" fmla="*/ 326876 h 444273"/>
                <a:gd name="connsiteX420" fmla="*/ 422404 w 425953"/>
                <a:gd name="connsiteY420" fmla="*/ 287499 h 444273"/>
                <a:gd name="connsiteX421" fmla="*/ 381677 w 425953"/>
                <a:gd name="connsiteY421" fmla="*/ 319309 h 444273"/>
                <a:gd name="connsiteX422" fmla="*/ 160603 w 425953"/>
                <a:gd name="connsiteY422" fmla="*/ 411822 h 444273"/>
                <a:gd name="connsiteX423" fmla="*/ 157287 w 425953"/>
                <a:gd name="connsiteY423" fmla="*/ 408506 h 444273"/>
                <a:gd name="connsiteX424" fmla="*/ 153971 w 425953"/>
                <a:gd name="connsiteY424" fmla="*/ 411822 h 444273"/>
                <a:gd name="connsiteX425" fmla="*/ 157287 w 425953"/>
                <a:gd name="connsiteY425" fmla="*/ 415132 h 444273"/>
                <a:gd name="connsiteX426" fmla="*/ 160603 w 425953"/>
                <a:gd name="connsiteY426" fmla="*/ 411822 h 444273"/>
                <a:gd name="connsiteX427" fmla="*/ 317494 w 425953"/>
                <a:gd name="connsiteY427" fmla="*/ 391822 h 444273"/>
                <a:gd name="connsiteX428" fmla="*/ 328218 w 425953"/>
                <a:gd name="connsiteY428" fmla="*/ 371120 h 444273"/>
                <a:gd name="connsiteX429" fmla="*/ 314728 w 425953"/>
                <a:gd name="connsiteY429" fmla="*/ 370900 h 444273"/>
                <a:gd name="connsiteX430" fmla="*/ 310569 w 425953"/>
                <a:gd name="connsiteY430" fmla="*/ 396573 h 444273"/>
                <a:gd name="connsiteX431" fmla="*/ 363015 w 425953"/>
                <a:gd name="connsiteY431" fmla="*/ 389373 h 444273"/>
                <a:gd name="connsiteX432" fmla="*/ 354037 w 425953"/>
                <a:gd name="connsiteY432" fmla="*/ 382143 h 444273"/>
                <a:gd name="connsiteX433" fmla="*/ 317494 w 425953"/>
                <a:gd name="connsiteY433" fmla="*/ 391822 h 444273"/>
                <a:gd name="connsiteX434" fmla="*/ 327302 w 425953"/>
                <a:gd name="connsiteY434" fmla="*/ 338094 h 444273"/>
                <a:gd name="connsiteX435" fmla="*/ 327302 w 425953"/>
                <a:gd name="connsiteY435" fmla="*/ 355767 h 444273"/>
                <a:gd name="connsiteX436" fmla="*/ 406355 w 425953"/>
                <a:gd name="connsiteY436" fmla="*/ 421349 h 444273"/>
                <a:gd name="connsiteX437" fmla="*/ 422172 w 425953"/>
                <a:gd name="connsiteY437" fmla="*/ 421349 h 444273"/>
                <a:gd name="connsiteX438" fmla="*/ 341689 w 425953"/>
                <a:gd name="connsiteY438" fmla="*/ 338094 h 444273"/>
                <a:gd name="connsiteX439" fmla="*/ 211479 w 425953"/>
                <a:gd name="connsiteY439" fmla="*/ 414369 h 444273"/>
                <a:gd name="connsiteX440" fmla="*/ 211479 w 425953"/>
                <a:gd name="connsiteY440" fmla="*/ 422643 h 444273"/>
                <a:gd name="connsiteX441" fmla="*/ 175925 w 425953"/>
                <a:gd name="connsiteY441" fmla="*/ 393758 h 444273"/>
                <a:gd name="connsiteX442" fmla="*/ 206856 w 425953"/>
                <a:gd name="connsiteY442" fmla="*/ 424677 h 444273"/>
                <a:gd name="connsiteX443" fmla="*/ 162331 w 425953"/>
                <a:gd name="connsiteY443" fmla="*/ 444084 h 444273"/>
                <a:gd name="connsiteX444" fmla="*/ 211479 w 425953"/>
                <a:gd name="connsiteY444" fmla="*/ 425117 h 444273"/>
                <a:gd name="connsiteX445" fmla="*/ 211479 w 425953"/>
                <a:gd name="connsiteY445" fmla="*/ 438564 h 444273"/>
                <a:gd name="connsiteX446" fmla="*/ 219845 w 425953"/>
                <a:gd name="connsiteY446" fmla="*/ 438564 h 444273"/>
                <a:gd name="connsiteX447" fmla="*/ 219845 w 425953"/>
                <a:gd name="connsiteY447" fmla="*/ 424146 h 444273"/>
                <a:gd name="connsiteX448" fmla="*/ 219845 w 425953"/>
                <a:gd name="connsiteY448" fmla="*/ 414369 h 444273"/>
                <a:gd name="connsiteX449" fmla="*/ 225445 w 425953"/>
                <a:gd name="connsiteY449" fmla="*/ 424604 h 444273"/>
                <a:gd name="connsiteX450" fmla="*/ 256120 w 425953"/>
                <a:gd name="connsiteY450" fmla="*/ 393453 h 444273"/>
                <a:gd name="connsiteX451" fmla="*/ 219845 w 425953"/>
                <a:gd name="connsiteY451" fmla="*/ 424146 h 444273"/>
                <a:gd name="connsiteX452" fmla="*/ 270074 w 425953"/>
                <a:gd name="connsiteY452" fmla="*/ 443681 h 444273"/>
                <a:gd name="connsiteX453" fmla="*/ 225445 w 425953"/>
                <a:gd name="connsiteY453" fmla="*/ 424604 h 444273"/>
                <a:gd name="connsiteX454" fmla="*/ 257885 w 425953"/>
                <a:gd name="connsiteY454" fmla="*/ 417709 h 444273"/>
                <a:gd name="connsiteX455" fmla="*/ 283296 w 425953"/>
                <a:gd name="connsiteY455" fmla="*/ 381300 h 444273"/>
                <a:gd name="connsiteX456" fmla="*/ 249787 w 425953"/>
                <a:gd name="connsiteY456" fmla="*/ 419816 h 444273"/>
                <a:gd name="connsiteX457" fmla="*/ 308444 w 425953"/>
                <a:gd name="connsiteY457" fmla="*/ 428451 h 444273"/>
                <a:gd name="connsiteX458" fmla="*/ 257885 w 425953"/>
                <a:gd name="connsiteY458" fmla="*/ 417709 h 444273"/>
                <a:gd name="connsiteX459" fmla="*/ 288822 w 425953"/>
                <a:gd name="connsiteY459" fmla="*/ 407370 h 444273"/>
                <a:gd name="connsiteX460" fmla="*/ 307741 w 425953"/>
                <a:gd name="connsiteY460" fmla="*/ 371126 h 444273"/>
                <a:gd name="connsiteX461" fmla="*/ 301054 w 425953"/>
                <a:gd name="connsiteY461" fmla="*/ 371382 h 444273"/>
                <a:gd name="connsiteX462" fmla="*/ 281189 w 425953"/>
                <a:gd name="connsiteY462" fmla="*/ 410857 h 444273"/>
                <a:gd name="connsiteX463" fmla="*/ 340456 w 425953"/>
                <a:gd name="connsiteY463" fmla="*/ 409190 h 444273"/>
                <a:gd name="connsiteX464" fmla="*/ 288822 w 425953"/>
                <a:gd name="connsiteY464" fmla="*/ 407370 h 444273"/>
                <a:gd name="connsiteX465" fmla="*/ 272193 w 425953"/>
                <a:gd name="connsiteY465" fmla="*/ 410552 h 444273"/>
                <a:gd name="connsiteX466" fmla="*/ 275522 w 425953"/>
                <a:gd name="connsiteY466" fmla="*/ 413868 h 444273"/>
                <a:gd name="connsiteX467" fmla="*/ 278819 w 425953"/>
                <a:gd name="connsiteY467" fmla="*/ 410552 h 444273"/>
                <a:gd name="connsiteX468" fmla="*/ 275522 w 425953"/>
                <a:gd name="connsiteY468" fmla="*/ 407230 h 444273"/>
                <a:gd name="connsiteX469" fmla="*/ 272193 w 425953"/>
                <a:gd name="connsiteY469" fmla="*/ 410552 h 444273"/>
                <a:gd name="connsiteX470" fmla="*/ 389359 w 425953"/>
                <a:gd name="connsiteY470" fmla="*/ 168842 h 444273"/>
                <a:gd name="connsiteX471" fmla="*/ 387674 w 425953"/>
                <a:gd name="connsiteY471" fmla="*/ 109569 h 444273"/>
                <a:gd name="connsiteX472" fmla="*/ 385879 w 425953"/>
                <a:gd name="connsiteY472" fmla="*/ 161215 h 444273"/>
                <a:gd name="connsiteX473" fmla="*/ 345622 w 425953"/>
                <a:gd name="connsiteY473" fmla="*/ 142503 h 444273"/>
                <a:gd name="connsiteX474" fmla="*/ 389359 w 425953"/>
                <a:gd name="connsiteY474" fmla="*/ 168842 h 444273"/>
                <a:gd name="connsiteX475" fmla="*/ 308908 w 425953"/>
                <a:gd name="connsiteY475" fmla="*/ 94858 h 444273"/>
                <a:gd name="connsiteX476" fmla="*/ 318954 w 425953"/>
                <a:gd name="connsiteY476" fmla="*/ 84476 h 444273"/>
                <a:gd name="connsiteX477" fmla="*/ 281366 w 425953"/>
                <a:gd name="connsiteY477" fmla="*/ 89319 h 444273"/>
                <a:gd name="connsiteX478" fmla="*/ 308908 w 425953"/>
                <a:gd name="connsiteY478" fmla="*/ 94858 h 444273"/>
                <a:gd name="connsiteX479" fmla="*/ 375674 w 425953"/>
                <a:gd name="connsiteY479" fmla="*/ 148537 h 444273"/>
                <a:gd name="connsiteX480" fmla="*/ 378984 w 425953"/>
                <a:gd name="connsiteY480" fmla="*/ 145227 h 444273"/>
                <a:gd name="connsiteX481" fmla="*/ 375674 w 425953"/>
                <a:gd name="connsiteY481" fmla="*/ 141899 h 444273"/>
                <a:gd name="connsiteX482" fmla="*/ 372358 w 425953"/>
                <a:gd name="connsiteY482" fmla="*/ 145227 h 444273"/>
                <a:gd name="connsiteX483" fmla="*/ 375674 w 425953"/>
                <a:gd name="connsiteY483" fmla="*/ 148537 h 444273"/>
                <a:gd name="connsiteX484" fmla="*/ 398324 w 425953"/>
                <a:gd name="connsiteY484" fmla="*/ 200274 h 444273"/>
                <a:gd name="connsiteX485" fmla="*/ 406947 w 425953"/>
                <a:gd name="connsiteY485" fmla="*/ 141600 h 444273"/>
                <a:gd name="connsiteX486" fmla="*/ 396205 w 425953"/>
                <a:gd name="connsiteY486" fmla="*/ 192152 h 444273"/>
                <a:gd name="connsiteX487" fmla="*/ 359808 w 425953"/>
                <a:gd name="connsiteY487" fmla="*/ 166723 h 444273"/>
                <a:gd name="connsiteX488" fmla="*/ 398324 w 425953"/>
                <a:gd name="connsiteY488" fmla="*/ 200274 h 444273"/>
                <a:gd name="connsiteX489" fmla="*/ 350062 w 425953"/>
                <a:gd name="connsiteY489" fmla="*/ 41447 h 444273"/>
                <a:gd name="connsiteX490" fmla="*/ 368932 w 425953"/>
                <a:gd name="connsiteY490" fmla="*/ 41191 h 444273"/>
                <a:gd name="connsiteX491" fmla="*/ 388993 w 425953"/>
                <a:gd name="connsiteY491" fmla="*/ 43401 h 444273"/>
                <a:gd name="connsiteX492" fmla="*/ 395766 w 425953"/>
                <a:gd name="connsiteY492" fmla="*/ 58101 h 444273"/>
                <a:gd name="connsiteX493" fmla="*/ 393934 w 425953"/>
                <a:gd name="connsiteY493" fmla="*/ 64928 h 444273"/>
                <a:gd name="connsiteX494" fmla="*/ 391021 w 425953"/>
                <a:gd name="connsiteY494" fmla="*/ 63096 h 444273"/>
                <a:gd name="connsiteX495" fmla="*/ 391900 w 425953"/>
                <a:gd name="connsiteY495" fmla="*/ 59927 h 444273"/>
                <a:gd name="connsiteX496" fmla="*/ 380456 w 425953"/>
                <a:gd name="connsiteY496" fmla="*/ 43414 h 444273"/>
                <a:gd name="connsiteX497" fmla="*/ 363289 w 425953"/>
                <a:gd name="connsiteY497" fmla="*/ 53722 h 444273"/>
                <a:gd name="connsiteX498" fmla="*/ 362721 w 425953"/>
                <a:gd name="connsiteY498" fmla="*/ 63059 h 444273"/>
                <a:gd name="connsiteX499" fmla="*/ 345561 w 425953"/>
                <a:gd name="connsiteY499" fmla="*/ 45887 h 444273"/>
                <a:gd name="connsiteX500" fmla="*/ 346367 w 425953"/>
                <a:gd name="connsiteY500" fmla="*/ 60409 h 444273"/>
                <a:gd name="connsiteX501" fmla="*/ 384730 w 425953"/>
                <a:gd name="connsiteY501" fmla="*/ 98785 h 444273"/>
                <a:gd name="connsiteX502" fmla="*/ 398459 w 425953"/>
                <a:gd name="connsiteY502" fmla="*/ 98785 h 444273"/>
                <a:gd name="connsiteX503" fmla="*/ 384517 w 425953"/>
                <a:gd name="connsiteY503" fmla="*/ 84849 h 444273"/>
                <a:gd name="connsiteX504" fmla="*/ 398337 w 425953"/>
                <a:gd name="connsiteY504" fmla="*/ 87401 h 444273"/>
                <a:gd name="connsiteX505" fmla="*/ 419985 w 425953"/>
                <a:gd name="connsiteY505" fmla="*/ 67475 h 444273"/>
                <a:gd name="connsiteX506" fmla="*/ 406593 w 425953"/>
                <a:gd name="connsiteY506" fmla="*/ 32073 h 444273"/>
                <a:gd name="connsiteX507" fmla="*/ 375479 w 425953"/>
                <a:gd name="connsiteY507" fmla="*/ 20562 h 444273"/>
                <a:gd name="connsiteX508" fmla="*/ 339405 w 425953"/>
                <a:gd name="connsiteY508" fmla="*/ 458 h 444273"/>
                <a:gd name="connsiteX509" fmla="*/ 337085 w 425953"/>
                <a:gd name="connsiteY509" fmla="*/ 19676 h 444273"/>
                <a:gd name="connsiteX510" fmla="*/ 350062 w 425953"/>
                <a:gd name="connsiteY510" fmla="*/ 41447 h 444273"/>
                <a:gd name="connsiteX511" fmla="*/ 393616 w 425953"/>
                <a:gd name="connsiteY511" fmla="*/ 205697 h 444273"/>
                <a:gd name="connsiteX512" fmla="*/ 396914 w 425953"/>
                <a:gd name="connsiteY512" fmla="*/ 209013 h 444273"/>
                <a:gd name="connsiteX513" fmla="*/ 400242 w 425953"/>
                <a:gd name="connsiteY513" fmla="*/ 205697 h 444273"/>
                <a:gd name="connsiteX514" fmla="*/ 396914 w 425953"/>
                <a:gd name="connsiteY514" fmla="*/ 202381 h 444273"/>
                <a:gd name="connsiteX515" fmla="*/ 393616 w 425953"/>
                <a:gd name="connsiteY515" fmla="*/ 205697 h 444273"/>
                <a:gd name="connsiteX516" fmla="*/ 320920 w 425953"/>
                <a:gd name="connsiteY516" fmla="*/ 81930 h 444273"/>
                <a:gd name="connsiteX517" fmla="*/ 329024 w 425953"/>
                <a:gd name="connsiteY517" fmla="*/ 73710 h 444273"/>
                <a:gd name="connsiteX518" fmla="*/ 301348 w 425953"/>
                <a:gd name="connsiteY518" fmla="*/ 39786 h 444273"/>
                <a:gd name="connsiteX519" fmla="*/ 320920 w 425953"/>
                <a:gd name="connsiteY519" fmla="*/ 81930 h 444273"/>
                <a:gd name="connsiteX520" fmla="*/ 341244 w 425953"/>
                <a:gd name="connsiteY520" fmla="*/ 311114 h 444273"/>
                <a:gd name="connsiteX521" fmla="*/ 327302 w 425953"/>
                <a:gd name="connsiteY521" fmla="*/ 311114 h 444273"/>
                <a:gd name="connsiteX522" fmla="*/ 327302 w 425953"/>
                <a:gd name="connsiteY522" fmla="*/ 328793 h 444273"/>
                <a:gd name="connsiteX523" fmla="*/ 341244 w 425953"/>
                <a:gd name="connsiteY523" fmla="*/ 328793 h 444273"/>
                <a:gd name="connsiteX524" fmla="*/ 352108 w 425953"/>
                <a:gd name="connsiteY524" fmla="*/ 136012 h 444273"/>
                <a:gd name="connsiteX525" fmla="*/ 375094 w 425953"/>
                <a:gd name="connsiteY525" fmla="*/ 139456 h 444273"/>
                <a:gd name="connsiteX526" fmla="*/ 377445 w 425953"/>
                <a:gd name="connsiteY526" fmla="*/ 111749 h 444273"/>
                <a:gd name="connsiteX527" fmla="*/ 365359 w 425953"/>
                <a:gd name="connsiteY527" fmla="*/ 123316 h 444273"/>
                <a:gd name="connsiteX528" fmla="*/ 370355 w 425953"/>
                <a:gd name="connsiteY528" fmla="*/ 132537 h 444273"/>
                <a:gd name="connsiteX529" fmla="*/ 361708 w 425953"/>
                <a:gd name="connsiteY529" fmla="*/ 126815 h 444273"/>
                <a:gd name="connsiteX530" fmla="*/ 87021 w 425953"/>
                <a:gd name="connsiteY530" fmla="*/ 98296 h 444273"/>
                <a:gd name="connsiteX531" fmla="*/ 90325 w 425953"/>
                <a:gd name="connsiteY531" fmla="*/ 101600 h 444273"/>
                <a:gd name="connsiteX532" fmla="*/ 93653 w 425953"/>
                <a:gd name="connsiteY532" fmla="*/ 98296 h 444273"/>
                <a:gd name="connsiteX533" fmla="*/ 90325 w 425953"/>
                <a:gd name="connsiteY533" fmla="*/ 94980 h 444273"/>
                <a:gd name="connsiteX534" fmla="*/ 87021 w 425953"/>
                <a:gd name="connsiteY534" fmla="*/ 98296 h 444273"/>
                <a:gd name="connsiteX535" fmla="*/ 378911 w 425953"/>
                <a:gd name="connsiteY535" fmla="*/ 102272 h 444273"/>
                <a:gd name="connsiteX536" fmla="*/ 343106 w 425953"/>
                <a:gd name="connsiteY536" fmla="*/ 66467 h 444273"/>
                <a:gd name="connsiteX537" fmla="*/ 310996 w 425953"/>
                <a:gd name="connsiteY537" fmla="*/ 101343 h 444273"/>
                <a:gd name="connsiteX538" fmla="*/ 345445 w 425953"/>
                <a:gd name="connsiteY538" fmla="*/ 135304 h 444273"/>
                <a:gd name="connsiteX539" fmla="*/ 302862 w 425953"/>
                <a:gd name="connsiteY539" fmla="*/ 103444 h 444273"/>
                <a:gd name="connsiteX540" fmla="*/ 295668 w 425953"/>
                <a:gd name="connsiteY540" fmla="*/ 112055 h 444273"/>
                <a:gd name="connsiteX541" fmla="*/ 334728 w 425953"/>
                <a:gd name="connsiteY541" fmla="*/ 151126 h 444273"/>
                <a:gd name="connsiteX542" fmla="*/ 342642 w 425953"/>
                <a:gd name="connsiteY542" fmla="*/ 143206 h 444273"/>
                <a:gd name="connsiteX543" fmla="*/ 340547 w 425953"/>
                <a:gd name="connsiteY543" fmla="*/ 224604 h 444273"/>
                <a:gd name="connsiteX544" fmla="*/ 326605 w 425953"/>
                <a:gd name="connsiteY544" fmla="*/ 224604 h 444273"/>
                <a:gd name="connsiteX545" fmla="*/ 326605 w 425953"/>
                <a:gd name="connsiteY545" fmla="*/ 242283 h 444273"/>
                <a:gd name="connsiteX546" fmla="*/ 340547 w 425953"/>
                <a:gd name="connsiteY546" fmla="*/ 242283 h 444273"/>
                <a:gd name="connsiteX547" fmla="*/ 173366 w 425953"/>
                <a:gd name="connsiteY547" fmla="*/ 55841 h 444273"/>
                <a:gd name="connsiteX548" fmla="*/ 203650 w 425953"/>
                <a:gd name="connsiteY548" fmla="*/ 49808 h 444273"/>
                <a:gd name="connsiteX549" fmla="*/ 173366 w 425953"/>
                <a:gd name="connsiteY549" fmla="*/ 55841 h 444273"/>
                <a:gd name="connsiteX550" fmla="*/ 297806 w 425953"/>
                <a:gd name="connsiteY550" fmla="*/ 68354 h 444273"/>
                <a:gd name="connsiteX551" fmla="*/ 273268 w 425953"/>
                <a:gd name="connsiteY551" fmla="*/ 69740 h 444273"/>
                <a:gd name="connsiteX552" fmla="*/ 273225 w 425953"/>
                <a:gd name="connsiteY552" fmla="*/ 82229 h 444273"/>
                <a:gd name="connsiteX553" fmla="*/ 305372 w 425953"/>
                <a:gd name="connsiteY553" fmla="*/ 71963 h 444273"/>
                <a:gd name="connsiteX554" fmla="*/ 266007 w 425953"/>
                <a:gd name="connsiteY554" fmla="*/ 27658 h 444273"/>
                <a:gd name="connsiteX555" fmla="*/ 297806 w 425953"/>
                <a:gd name="connsiteY555" fmla="*/ 68354 h 444273"/>
                <a:gd name="connsiteX556" fmla="*/ 153787 w 425953"/>
                <a:gd name="connsiteY556" fmla="*/ 83908 h 444273"/>
                <a:gd name="connsiteX557" fmla="*/ 154032 w 425953"/>
                <a:gd name="connsiteY557" fmla="*/ 71756 h 444273"/>
                <a:gd name="connsiteX558" fmla="*/ 126844 w 425953"/>
                <a:gd name="connsiteY558" fmla="*/ 70345 h 444273"/>
                <a:gd name="connsiteX559" fmla="*/ 157671 w 425953"/>
                <a:gd name="connsiteY559" fmla="*/ 28910 h 444273"/>
                <a:gd name="connsiteX560" fmla="*/ 119333 w 425953"/>
                <a:gd name="connsiteY560" fmla="*/ 74137 h 444273"/>
                <a:gd name="connsiteX561" fmla="*/ 153787 w 425953"/>
                <a:gd name="connsiteY561" fmla="*/ 83908 h 444273"/>
                <a:gd name="connsiteX562" fmla="*/ 143748 w 425953"/>
                <a:gd name="connsiteY562" fmla="*/ 90943 h 444273"/>
                <a:gd name="connsiteX563" fmla="*/ 99430 w 425953"/>
                <a:gd name="connsiteY563" fmla="*/ 88055 h 444273"/>
                <a:gd name="connsiteX564" fmla="*/ 122612 w 425953"/>
                <a:gd name="connsiteY564" fmla="*/ 41875 h 444273"/>
                <a:gd name="connsiteX565" fmla="*/ 92725 w 425953"/>
                <a:gd name="connsiteY565" fmla="*/ 93087 h 444273"/>
                <a:gd name="connsiteX566" fmla="*/ 143748 w 425953"/>
                <a:gd name="connsiteY566" fmla="*/ 90943 h 444273"/>
                <a:gd name="connsiteX567" fmla="*/ 141696 w 425953"/>
                <a:gd name="connsiteY567" fmla="*/ 64262 h 444273"/>
                <a:gd name="connsiteX568" fmla="*/ 145000 w 425953"/>
                <a:gd name="connsiteY568" fmla="*/ 67578 h 444273"/>
                <a:gd name="connsiteX569" fmla="*/ 148328 w 425953"/>
                <a:gd name="connsiteY569" fmla="*/ 64262 h 444273"/>
                <a:gd name="connsiteX570" fmla="*/ 145000 w 425953"/>
                <a:gd name="connsiteY570" fmla="*/ 60946 h 444273"/>
                <a:gd name="connsiteX571" fmla="*/ 141696 w 425953"/>
                <a:gd name="connsiteY571" fmla="*/ 64262 h 444273"/>
                <a:gd name="connsiteX572" fmla="*/ 149714 w 425953"/>
                <a:gd name="connsiteY572" fmla="*/ 60769 h 444273"/>
                <a:gd name="connsiteX573" fmla="*/ 174752 w 425953"/>
                <a:gd name="connsiteY573" fmla="*/ 60409 h 444273"/>
                <a:gd name="connsiteX574" fmla="*/ 158471 w 425953"/>
                <a:gd name="connsiteY574" fmla="*/ 55902 h 444273"/>
                <a:gd name="connsiteX575" fmla="*/ 194453 w 425953"/>
                <a:gd name="connsiteY575" fmla="*/ 22229 h 444273"/>
                <a:gd name="connsiteX576" fmla="*/ 148829 w 425953"/>
                <a:gd name="connsiteY576" fmla="*/ 60116 h 444273"/>
                <a:gd name="connsiteX577" fmla="*/ 149714 w 425953"/>
                <a:gd name="connsiteY577" fmla="*/ 60769 h 444273"/>
                <a:gd name="connsiteX578" fmla="*/ 283283 w 425953"/>
                <a:gd name="connsiteY578" fmla="*/ 62461 h 444273"/>
                <a:gd name="connsiteX579" fmla="*/ 279961 w 425953"/>
                <a:gd name="connsiteY579" fmla="*/ 59145 h 444273"/>
                <a:gd name="connsiteX580" fmla="*/ 276657 w 425953"/>
                <a:gd name="connsiteY580" fmla="*/ 62461 h 444273"/>
                <a:gd name="connsiteX581" fmla="*/ 279961 w 425953"/>
                <a:gd name="connsiteY581" fmla="*/ 65777 h 444273"/>
                <a:gd name="connsiteX582" fmla="*/ 283283 w 425953"/>
                <a:gd name="connsiteY582" fmla="*/ 62461 h 444273"/>
                <a:gd name="connsiteX583" fmla="*/ 265708 w 425953"/>
                <a:gd name="connsiteY583" fmla="*/ 55902 h 444273"/>
                <a:gd name="connsiteX584" fmla="*/ 249439 w 425953"/>
                <a:gd name="connsiteY584" fmla="*/ 60409 h 444273"/>
                <a:gd name="connsiteX585" fmla="*/ 274441 w 425953"/>
                <a:gd name="connsiteY585" fmla="*/ 60769 h 444273"/>
                <a:gd name="connsiteX586" fmla="*/ 275332 w 425953"/>
                <a:gd name="connsiteY586" fmla="*/ 60116 h 444273"/>
                <a:gd name="connsiteX587" fmla="*/ 229726 w 425953"/>
                <a:gd name="connsiteY587" fmla="*/ 22229 h 444273"/>
                <a:gd name="connsiteX588" fmla="*/ 265708 w 425953"/>
                <a:gd name="connsiteY588" fmla="*/ 55902 h 444273"/>
                <a:gd name="connsiteX589" fmla="*/ 211925 w 425953"/>
                <a:gd name="connsiteY589" fmla="*/ 52061 h 444273"/>
                <a:gd name="connsiteX590" fmla="*/ 216371 w 425953"/>
                <a:gd name="connsiteY590" fmla="*/ 47621 h 444273"/>
                <a:gd name="connsiteX591" fmla="*/ 211925 w 425953"/>
                <a:gd name="connsiteY591" fmla="*/ 43188 h 444273"/>
                <a:gd name="connsiteX592" fmla="*/ 207491 w 425953"/>
                <a:gd name="connsiteY592" fmla="*/ 47621 h 444273"/>
                <a:gd name="connsiteX593" fmla="*/ 211925 w 425953"/>
                <a:gd name="connsiteY593" fmla="*/ 52061 h 444273"/>
                <a:gd name="connsiteX594" fmla="*/ 250789 w 425953"/>
                <a:gd name="connsiteY594" fmla="*/ 54375 h 444273"/>
                <a:gd name="connsiteX595" fmla="*/ 220316 w 425953"/>
                <a:gd name="connsiteY595" fmla="*/ 49484 h 444273"/>
                <a:gd name="connsiteX596" fmla="*/ 250789 w 425953"/>
                <a:gd name="connsiteY596" fmla="*/ 54375 h 44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</a:cxnLst>
              <a:rect l="l" t="t" r="r" b="b"/>
              <a:pathLst>
                <a:path w="425953" h="444273">
                  <a:moveTo>
                    <a:pt x="100316" y="226003"/>
                  </a:moveTo>
                  <a:lnTo>
                    <a:pt x="86362" y="226003"/>
                  </a:lnTo>
                  <a:lnTo>
                    <a:pt x="86362" y="243664"/>
                  </a:lnTo>
                  <a:lnTo>
                    <a:pt x="100316" y="243664"/>
                  </a:lnTo>
                  <a:close/>
                  <a:moveTo>
                    <a:pt x="39253" y="359706"/>
                  </a:moveTo>
                  <a:cubicBezTo>
                    <a:pt x="59406" y="386326"/>
                    <a:pt x="94850" y="380256"/>
                    <a:pt x="94850" y="380256"/>
                  </a:cubicBezTo>
                  <a:cubicBezTo>
                    <a:pt x="99143" y="342570"/>
                    <a:pt x="83895" y="330356"/>
                    <a:pt x="83895" y="330356"/>
                  </a:cubicBezTo>
                  <a:cubicBezTo>
                    <a:pt x="74417" y="350344"/>
                    <a:pt x="88737" y="374515"/>
                    <a:pt x="88737" y="374515"/>
                  </a:cubicBezTo>
                  <a:cubicBezTo>
                    <a:pt x="67186" y="354607"/>
                    <a:pt x="39253" y="359706"/>
                    <a:pt x="39253" y="359706"/>
                  </a:cubicBezTo>
                  <a:close/>
                  <a:moveTo>
                    <a:pt x="76017" y="152910"/>
                  </a:moveTo>
                  <a:lnTo>
                    <a:pt x="69238" y="146577"/>
                  </a:lnTo>
                  <a:cubicBezTo>
                    <a:pt x="52878" y="150748"/>
                    <a:pt x="40933" y="165264"/>
                    <a:pt x="40933" y="165264"/>
                  </a:cubicBezTo>
                  <a:cubicBezTo>
                    <a:pt x="48640" y="146870"/>
                    <a:pt x="44493" y="129636"/>
                    <a:pt x="41049" y="120488"/>
                  </a:cubicBezTo>
                  <a:lnTo>
                    <a:pt x="36114" y="116458"/>
                  </a:lnTo>
                  <a:cubicBezTo>
                    <a:pt x="21910" y="143413"/>
                    <a:pt x="37653" y="172971"/>
                    <a:pt x="37653" y="172971"/>
                  </a:cubicBezTo>
                  <a:cubicBezTo>
                    <a:pt x="59504" y="167719"/>
                    <a:pt x="70600" y="159084"/>
                    <a:pt x="76017" y="152910"/>
                  </a:cubicBezTo>
                  <a:close/>
                  <a:moveTo>
                    <a:pt x="121757" y="398796"/>
                  </a:moveTo>
                  <a:cubicBezTo>
                    <a:pt x="121036" y="387095"/>
                    <a:pt x="118917" y="378570"/>
                    <a:pt x="116291" y="371755"/>
                  </a:cubicBezTo>
                  <a:lnTo>
                    <a:pt x="102826" y="371767"/>
                  </a:lnTo>
                  <a:cubicBezTo>
                    <a:pt x="106453" y="384555"/>
                    <a:pt x="114734" y="394204"/>
                    <a:pt x="114734" y="394204"/>
                  </a:cubicBezTo>
                  <a:cubicBezTo>
                    <a:pt x="90050" y="378338"/>
                    <a:pt x="63418" y="388207"/>
                    <a:pt x="63418" y="388207"/>
                  </a:cubicBezTo>
                  <a:cubicBezTo>
                    <a:pt x="87907" y="410924"/>
                    <a:pt x="121757" y="398796"/>
                    <a:pt x="121757" y="398796"/>
                  </a:cubicBezTo>
                  <a:close/>
                  <a:moveTo>
                    <a:pt x="171510" y="241154"/>
                  </a:moveTo>
                  <a:lnTo>
                    <a:pt x="171510" y="247926"/>
                  </a:lnTo>
                  <a:lnTo>
                    <a:pt x="164218" y="247926"/>
                  </a:lnTo>
                  <a:lnTo>
                    <a:pt x="164218" y="255865"/>
                  </a:lnTo>
                  <a:lnTo>
                    <a:pt x="170630" y="255865"/>
                  </a:lnTo>
                  <a:lnTo>
                    <a:pt x="170630" y="262638"/>
                  </a:lnTo>
                  <a:lnTo>
                    <a:pt x="164218" y="262638"/>
                  </a:lnTo>
                  <a:lnTo>
                    <a:pt x="164218" y="270857"/>
                  </a:lnTo>
                  <a:lnTo>
                    <a:pt x="171620" y="270857"/>
                  </a:lnTo>
                  <a:lnTo>
                    <a:pt x="171620" y="277636"/>
                  </a:lnTo>
                  <a:lnTo>
                    <a:pt x="157000" y="277636"/>
                  </a:lnTo>
                  <a:lnTo>
                    <a:pt x="157000" y="241209"/>
                  </a:lnTo>
                  <a:lnTo>
                    <a:pt x="146899" y="277636"/>
                  </a:lnTo>
                  <a:lnTo>
                    <a:pt x="141006" y="277636"/>
                  </a:lnTo>
                  <a:lnTo>
                    <a:pt x="130465" y="241154"/>
                  </a:lnTo>
                  <a:lnTo>
                    <a:pt x="138191" y="241154"/>
                  </a:lnTo>
                  <a:lnTo>
                    <a:pt x="142545" y="258668"/>
                  </a:lnTo>
                  <a:cubicBezTo>
                    <a:pt x="143186" y="260744"/>
                    <a:pt x="143430" y="262833"/>
                    <a:pt x="143846" y="264909"/>
                  </a:cubicBezTo>
                  <a:lnTo>
                    <a:pt x="143955" y="264909"/>
                  </a:lnTo>
                  <a:cubicBezTo>
                    <a:pt x="144334" y="262778"/>
                    <a:pt x="144499" y="260702"/>
                    <a:pt x="145067" y="258576"/>
                  </a:cubicBezTo>
                  <a:lnTo>
                    <a:pt x="149458" y="241154"/>
                  </a:lnTo>
                  <a:close/>
                  <a:moveTo>
                    <a:pt x="180584" y="322045"/>
                  </a:moveTo>
                  <a:lnTo>
                    <a:pt x="172878" y="322045"/>
                  </a:lnTo>
                  <a:lnTo>
                    <a:pt x="171534" y="315908"/>
                  </a:lnTo>
                  <a:lnTo>
                    <a:pt x="164230" y="315908"/>
                  </a:lnTo>
                  <a:lnTo>
                    <a:pt x="162911" y="322045"/>
                  </a:lnTo>
                  <a:lnTo>
                    <a:pt x="155760" y="322045"/>
                  </a:lnTo>
                  <a:lnTo>
                    <a:pt x="164230" y="285569"/>
                  </a:lnTo>
                  <a:lnTo>
                    <a:pt x="171827" y="285569"/>
                  </a:lnTo>
                  <a:close/>
                  <a:moveTo>
                    <a:pt x="172987" y="241154"/>
                  </a:moveTo>
                  <a:lnTo>
                    <a:pt x="180242" y="241154"/>
                  </a:lnTo>
                  <a:cubicBezTo>
                    <a:pt x="184841" y="241154"/>
                    <a:pt x="193061" y="241636"/>
                    <a:pt x="193061" y="251596"/>
                  </a:cubicBezTo>
                  <a:cubicBezTo>
                    <a:pt x="193061" y="255615"/>
                    <a:pt x="191473" y="259047"/>
                    <a:pt x="187888" y="261031"/>
                  </a:cubicBezTo>
                  <a:lnTo>
                    <a:pt x="194233" y="277636"/>
                  </a:lnTo>
                  <a:lnTo>
                    <a:pt x="186642" y="277636"/>
                  </a:lnTo>
                  <a:lnTo>
                    <a:pt x="180322" y="260793"/>
                  </a:lnTo>
                  <a:lnTo>
                    <a:pt x="180194" y="260793"/>
                  </a:lnTo>
                  <a:lnTo>
                    <a:pt x="180194" y="277636"/>
                  </a:lnTo>
                  <a:lnTo>
                    <a:pt x="172987" y="277636"/>
                  </a:lnTo>
                  <a:close/>
                  <a:moveTo>
                    <a:pt x="195650" y="241154"/>
                  </a:moveTo>
                  <a:lnTo>
                    <a:pt x="202856" y="241154"/>
                  </a:lnTo>
                  <a:lnTo>
                    <a:pt x="202856" y="277636"/>
                  </a:lnTo>
                  <a:lnTo>
                    <a:pt x="195650" y="277636"/>
                  </a:lnTo>
                  <a:close/>
                  <a:moveTo>
                    <a:pt x="190319" y="322625"/>
                  </a:moveTo>
                  <a:cubicBezTo>
                    <a:pt x="188261" y="322625"/>
                    <a:pt x="185757" y="322015"/>
                    <a:pt x="184108" y="320775"/>
                  </a:cubicBezTo>
                  <a:lnTo>
                    <a:pt x="184108" y="313923"/>
                  </a:lnTo>
                  <a:cubicBezTo>
                    <a:pt x="185794" y="315077"/>
                    <a:pt x="187448" y="315859"/>
                    <a:pt x="189574" y="315859"/>
                  </a:cubicBezTo>
                  <a:cubicBezTo>
                    <a:pt x="191900" y="315859"/>
                    <a:pt x="193745" y="314314"/>
                    <a:pt x="193745" y="311889"/>
                  </a:cubicBezTo>
                  <a:cubicBezTo>
                    <a:pt x="193745" y="309092"/>
                    <a:pt x="191522" y="308011"/>
                    <a:pt x="189494" y="306558"/>
                  </a:cubicBezTo>
                  <a:cubicBezTo>
                    <a:pt x="185317" y="303755"/>
                    <a:pt x="182765" y="301062"/>
                    <a:pt x="182765" y="295743"/>
                  </a:cubicBezTo>
                  <a:cubicBezTo>
                    <a:pt x="182765" y="289966"/>
                    <a:pt x="186093" y="284995"/>
                    <a:pt x="192303" y="284995"/>
                  </a:cubicBezTo>
                  <a:cubicBezTo>
                    <a:pt x="194600" y="284995"/>
                    <a:pt x="196706" y="285612"/>
                    <a:pt x="198667" y="286784"/>
                  </a:cubicBezTo>
                  <a:lnTo>
                    <a:pt x="198667" y="293795"/>
                  </a:lnTo>
                  <a:cubicBezTo>
                    <a:pt x="197219" y="292543"/>
                    <a:pt x="195430" y="291480"/>
                    <a:pt x="193464" y="291480"/>
                  </a:cubicBezTo>
                  <a:cubicBezTo>
                    <a:pt x="191223" y="291480"/>
                    <a:pt x="189830" y="292830"/>
                    <a:pt x="189830" y="295053"/>
                  </a:cubicBezTo>
                  <a:cubicBezTo>
                    <a:pt x="189830" y="301062"/>
                    <a:pt x="200810" y="301392"/>
                    <a:pt x="200810" y="311260"/>
                  </a:cubicBezTo>
                  <a:cubicBezTo>
                    <a:pt x="200810" y="317740"/>
                    <a:pt x="197085" y="322625"/>
                    <a:pt x="190319" y="322625"/>
                  </a:cubicBezTo>
                  <a:close/>
                  <a:moveTo>
                    <a:pt x="154459" y="292341"/>
                  </a:moveTo>
                  <a:lnTo>
                    <a:pt x="148762" y="292341"/>
                  </a:lnTo>
                  <a:lnTo>
                    <a:pt x="148762" y="322045"/>
                  </a:lnTo>
                  <a:lnTo>
                    <a:pt x="141519" y="322045"/>
                  </a:lnTo>
                  <a:lnTo>
                    <a:pt x="141519" y="292341"/>
                  </a:lnTo>
                  <a:lnTo>
                    <a:pt x="135882" y="292341"/>
                  </a:lnTo>
                  <a:lnTo>
                    <a:pt x="135882" y="285569"/>
                  </a:lnTo>
                  <a:lnTo>
                    <a:pt x="154459" y="285569"/>
                  </a:lnTo>
                  <a:close/>
                  <a:moveTo>
                    <a:pt x="118453" y="199029"/>
                  </a:moveTo>
                  <a:lnTo>
                    <a:pt x="118453" y="352512"/>
                  </a:lnTo>
                  <a:lnTo>
                    <a:pt x="194477" y="352512"/>
                  </a:lnTo>
                  <a:cubicBezTo>
                    <a:pt x="203100" y="352744"/>
                    <a:pt x="211925" y="359480"/>
                    <a:pt x="211925" y="359480"/>
                  </a:cubicBezTo>
                  <a:lnTo>
                    <a:pt x="211925" y="236702"/>
                  </a:lnTo>
                  <a:cubicBezTo>
                    <a:pt x="165885" y="235694"/>
                    <a:pt x="156603" y="199029"/>
                    <a:pt x="156603" y="199029"/>
                  </a:cubicBezTo>
                  <a:close/>
                  <a:moveTo>
                    <a:pt x="294966" y="119713"/>
                  </a:moveTo>
                  <a:lnTo>
                    <a:pt x="272169" y="144525"/>
                  </a:lnTo>
                  <a:lnTo>
                    <a:pt x="272401" y="184140"/>
                  </a:lnTo>
                  <a:cubicBezTo>
                    <a:pt x="272401" y="184140"/>
                    <a:pt x="271705" y="190662"/>
                    <a:pt x="270325" y="193893"/>
                  </a:cubicBezTo>
                  <a:lnTo>
                    <a:pt x="284957" y="193893"/>
                  </a:lnTo>
                  <a:lnTo>
                    <a:pt x="326813" y="152036"/>
                  </a:lnTo>
                  <a:close/>
                  <a:moveTo>
                    <a:pt x="100768" y="309496"/>
                  </a:moveTo>
                  <a:lnTo>
                    <a:pt x="86826" y="309496"/>
                  </a:lnTo>
                  <a:lnTo>
                    <a:pt x="86826" y="327157"/>
                  </a:lnTo>
                  <a:lnTo>
                    <a:pt x="100768" y="327157"/>
                  </a:lnTo>
                  <a:close/>
                  <a:moveTo>
                    <a:pt x="123559" y="138100"/>
                  </a:moveTo>
                  <a:lnTo>
                    <a:pt x="152878" y="166925"/>
                  </a:lnTo>
                  <a:lnTo>
                    <a:pt x="152878" y="144610"/>
                  </a:lnTo>
                  <a:lnTo>
                    <a:pt x="123559" y="115310"/>
                  </a:lnTo>
                  <a:close/>
                  <a:moveTo>
                    <a:pt x="100456" y="385159"/>
                  </a:moveTo>
                  <a:cubicBezTo>
                    <a:pt x="102282" y="385159"/>
                    <a:pt x="103772" y="383675"/>
                    <a:pt x="103772" y="381843"/>
                  </a:cubicBezTo>
                  <a:cubicBezTo>
                    <a:pt x="103772" y="380005"/>
                    <a:pt x="102282" y="378527"/>
                    <a:pt x="100456" y="378527"/>
                  </a:cubicBezTo>
                  <a:cubicBezTo>
                    <a:pt x="98630" y="378527"/>
                    <a:pt x="97140" y="380005"/>
                    <a:pt x="97140" y="381843"/>
                  </a:cubicBezTo>
                  <a:cubicBezTo>
                    <a:pt x="97140" y="383675"/>
                    <a:pt x="98630" y="385159"/>
                    <a:pt x="100456" y="385159"/>
                  </a:cubicBezTo>
                  <a:close/>
                  <a:moveTo>
                    <a:pt x="47369" y="148995"/>
                  </a:moveTo>
                  <a:cubicBezTo>
                    <a:pt x="47369" y="150821"/>
                    <a:pt x="48866" y="152311"/>
                    <a:pt x="50685" y="152311"/>
                  </a:cubicBezTo>
                  <a:cubicBezTo>
                    <a:pt x="52505" y="152311"/>
                    <a:pt x="53995" y="150821"/>
                    <a:pt x="53995" y="148995"/>
                  </a:cubicBezTo>
                  <a:cubicBezTo>
                    <a:pt x="53995" y="147169"/>
                    <a:pt x="52505" y="145673"/>
                    <a:pt x="50685" y="145673"/>
                  </a:cubicBezTo>
                  <a:cubicBezTo>
                    <a:pt x="48866" y="145673"/>
                    <a:pt x="47369" y="147169"/>
                    <a:pt x="47369" y="148995"/>
                  </a:cubicBezTo>
                  <a:close/>
                  <a:moveTo>
                    <a:pt x="100633" y="360982"/>
                  </a:moveTo>
                  <a:cubicBezTo>
                    <a:pt x="100768" y="362491"/>
                    <a:pt x="101061" y="360647"/>
                    <a:pt x="101061" y="360647"/>
                  </a:cubicBezTo>
                  <a:lnTo>
                    <a:pt x="101061" y="339089"/>
                  </a:lnTo>
                  <a:lnTo>
                    <a:pt x="97507" y="343040"/>
                  </a:lnTo>
                  <a:cubicBezTo>
                    <a:pt x="99522" y="348475"/>
                    <a:pt x="100224" y="356292"/>
                    <a:pt x="100633" y="360982"/>
                  </a:cubicBezTo>
                  <a:close/>
                  <a:moveTo>
                    <a:pt x="152878" y="177978"/>
                  </a:moveTo>
                  <a:lnTo>
                    <a:pt x="152878" y="173447"/>
                  </a:lnTo>
                  <a:lnTo>
                    <a:pt x="131241" y="151816"/>
                  </a:lnTo>
                  <a:lnTo>
                    <a:pt x="80554" y="151816"/>
                  </a:lnTo>
                  <a:lnTo>
                    <a:pt x="109183" y="177978"/>
                  </a:lnTo>
                  <a:close/>
                  <a:moveTo>
                    <a:pt x="42918" y="116409"/>
                  </a:moveTo>
                  <a:cubicBezTo>
                    <a:pt x="42918" y="116409"/>
                    <a:pt x="41006" y="104604"/>
                    <a:pt x="53330" y="86919"/>
                  </a:cubicBezTo>
                  <a:lnTo>
                    <a:pt x="11705" y="86919"/>
                  </a:lnTo>
                  <a:cubicBezTo>
                    <a:pt x="11705" y="86919"/>
                    <a:pt x="13464" y="91749"/>
                    <a:pt x="42918" y="116409"/>
                  </a:cubicBezTo>
                  <a:close/>
                  <a:moveTo>
                    <a:pt x="6814" y="181343"/>
                  </a:moveTo>
                  <a:cubicBezTo>
                    <a:pt x="-618" y="213911"/>
                    <a:pt x="26826" y="237178"/>
                    <a:pt x="26826" y="237178"/>
                  </a:cubicBezTo>
                  <a:cubicBezTo>
                    <a:pt x="58453" y="216232"/>
                    <a:pt x="57965" y="196690"/>
                    <a:pt x="57965" y="196690"/>
                  </a:cubicBezTo>
                  <a:cubicBezTo>
                    <a:pt x="36585" y="202277"/>
                    <a:pt x="27290" y="228793"/>
                    <a:pt x="27290" y="228793"/>
                  </a:cubicBezTo>
                  <a:cubicBezTo>
                    <a:pt x="28689" y="199493"/>
                    <a:pt x="6814" y="181343"/>
                    <a:pt x="6814" y="181343"/>
                  </a:cubicBezTo>
                  <a:close/>
                  <a:moveTo>
                    <a:pt x="31345" y="196427"/>
                  </a:moveTo>
                  <a:cubicBezTo>
                    <a:pt x="37800" y="167810"/>
                    <a:pt x="19412" y="146149"/>
                    <a:pt x="19412" y="146149"/>
                  </a:cubicBezTo>
                  <a:cubicBezTo>
                    <a:pt x="6435" y="176928"/>
                    <a:pt x="29440" y="204598"/>
                    <a:pt x="29440" y="204598"/>
                  </a:cubicBezTo>
                  <a:cubicBezTo>
                    <a:pt x="64212" y="189477"/>
                    <a:pt x="67143" y="170161"/>
                    <a:pt x="67143" y="170161"/>
                  </a:cubicBezTo>
                  <a:cubicBezTo>
                    <a:pt x="45122" y="171932"/>
                    <a:pt x="31345" y="196427"/>
                    <a:pt x="31345" y="196427"/>
                  </a:cubicBezTo>
                  <a:close/>
                  <a:moveTo>
                    <a:pt x="34258" y="210076"/>
                  </a:moveTo>
                  <a:cubicBezTo>
                    <a:pt x="34258" y="208244"/>
                    <a:pt x="32780" y="206760"/>
                    <a:pt x="30960" y="206760"/>
                  </a:cubicBezTo>
                  <a:cubicBezTo>
                    <a:pt x="29128" y="206760"/>
                    <a:pt x="27656" y="208244"/>
                    <a:pt x="27656" y="210076"/>
                  </a:cubicBezTo>
                  <a:cubicBezTo>
                    <a:pt x="27656" y="211914"/>
                    <a:pt x="29128" y="213392"/>
                    <a:pt x="30960" y="213392"/>
                  </a:cubicBezTo>
                  <a:cubicBezTo>
                    <a:pt x="32780" y="213392"/>
                    <a:pt x="34258" y="211914"/>
                    <a:pt x="34258" y="210076"/>
                  </a:cubicBezTo>
                  <a:close/>
                  <a:moveTo>
                    <a:pt x="203821" y="377880"/>
                  </a:moveTo>
                  <a:lnTo>
                    <a:pt x="225647" y="377880"/>
                  </a:lnTo>
                  <a:cubicBezTo>
                    <a:pt x="225647" y="377880"/>
                    <a:pt x="227088" y="368402"/>
                    <a:pt x="233256" y="368402"/>
                  </a:cubicBezTo>
                  <a:lnTo>
                    <a:pt x="323857" y="368402"/>
                  </a:lnTo>
                  <a:lnTo>
                    <a:pt x="323857" y="208989"/>
                  </a:lnTo>
                  <a:lnTo>
                    <a:pt x="314850" y="199499"/>
                  </a:lnTo>
                  <a:lnTo>
                    <a:pt x="314850" y="357477"/>
                  </a:lnTo>
                  <a:lnTo>
                    <a:pt x="233702" y="357477"/>
                  </a:lnTo>
                  <a:cubicBezTo>
                    <a:pt x="233702" y="357477"/>
                    <a:pt x="222807" y="358424"/>
                    <a:pt x="214264" y="368854"/>
                  </a:cubicBezTo>
                  <a:cubicBezTo>
                    <a:pt x="214264" y="368854"/>
                    <a:pt x="207613" y="358912"/>
                    <a:pt x="193390" y="357959"/>
                  </a:cubicBezTo>
                  <a:lnTo>
                    <a:pt x="114160" y="357959"/>
                  </a:lnTo>
                  <a:lnTo>
                    <a:pt x="114160" y="200922"/>
                  </a:lnTo>
                  <a:lnTo>
                    <a:pt x="104438" y="210644"/>
                  </a:lnTo>
                  <a:lnTo>
                    <a:pt x="104438" y="368402"/>
                  </a:lnTo>
                  <a:lnTo>
                    <a:pt x="192914" y="368402"/>
                  </a:lnTo>
                  <a:cubicBezTo>
                    <a:pt x="192914" y="368402"/>
                    <a:pt x="203821" y="368854"/>
                    <a:pt x="203821" y="377880"/>
                  </a:cubicBezTo>
                  <a:close/>
                  <a:moveTo>
                    <a:pt x="61837" y="84922"/>
                  </a:moveTo>
                  <a:cubicBezTo>
                    <a:pt x="39119" y="109398"/>
                    <a:pt x="51247" y="143255"/>
                    <a:pt x="51247" y="143255"/>
                  </a:cubicBezTo>
                  <a:cubicBezTo>
                    <a:pt x="89098" y="140946"/>
                    <a:pt x="98459" y="123804"/>
                    <a:pt x="98459" y="123804"/>
                  </a:cubicBezTo>
                  <a:cubicBezTo>
                    <a:pt x="77134" y="117936"/>
                    <a:pt x="55821" y="136244"/>
                    <a:pt x="55821" y="136244"/>
                  </a:cubicBezTo>
                  <a:cubicBezTo>
                    <a:pt x="71687" y="111554"/>
                    <a:pt x="61837" y="84922"/>
                    <a:pt x="61837" y="84922"/>
                  </a:cubicBezTo>
                  <a:close/>
                  <a:moveTo>
                    <a:pt x="168627" y="300476"/>
                  </a:moveTo>
                  <a:lnTo>
                    <a:pt x="167809" y="294943"/>
                  </a:lnTo>
                  <a:lnTo>
                    <a:pt x="167717" y="294943"/>
                  </a:lnTo>
                  <a:lnTo>
                    <a:pt x="166936" y="300476"/>
                  </a:lnTo>
                  <a:lnTo>
                    <a:pt x="165397" y="310186"/>
                  </a:lnTo>
                  <a:lnTo>
                    <a:pt x="170478" y="310186"/>
                  </a:lnTo>
                  <a:close/>
                  <a:moveTo>
                    <a:pt x="377982" y="369080"/>
                  </a:moveTo>
                  <a:cubicBezTo>
                    <a:pt x="383491" y="365654"/>
                    <a:pt x="388749" y="360995"/>
                    <a:pt x="393079" y="354607"/>
                  </a:cubicBezTo>
                  <a:cubicBezTo>
                    <a:pt x="393079" y="354607"/>
                    <a:pt x="381109" y="353056"/>
                    <a:pt x="367076" y="357788"/>
                  </a:cubicBezTo>
                  <a:close/>
                  <a:moveTo>
                    <a:pt x="401024" y="224415"/>
                  </a:moveTo>
                  <a:cubicBezTo>
                    <a:pt x="401024" y="224415"/>
                    <a:pt x="391118" y="198125"/>
                    <a:pt x="369598" y="193044"/>
                  </a:cubicBezTo>
                  <a:cubicBezTo>
                    <a:pt x="369598" y="193044"/>
                    <a:pt x="369598" y="212586"/>
                    <a:pt x="401701" y="232775"/>
                  </a:cubicBezTo>
                  <a:cubicBezTo>
                    <a:pt x="401701" y="232775"/>
                    <a:pt x="428565" y="208873"/>
                    <a:pt x="420370" y="176488"/>
                  </a:cubicBezTo>
                  <a:cubicBezTo>
                    <a:pt x="420370" y="176488"/>
                    <a:pt x="398959" y="195157"/>
                    <a:pt x="401024" y="224415"/>
                  </a:cubicBezTo>
                  <a:close/>
                  <a:moveTo>
                    <a:pt x="360700" y="302870"/>
                  </a:moveTo>
                  <a:cubicBezTo>
                    <a:pt x="360700" y="302870"/>
                    <a:pt x="348163" y="317844"/>
                    <a:pt x="359772" y="353935"/>
                  </a:cubicBezTo>
                  <a:cubicBezTo>
                    <a:pt x="359772" y="353935"/>
                    <a:pt x="395717" y="352915"/>
                    <a:pt x="410245" y="322863"/>
                  </a:cubicBezTo>
                  <a:cubicBezTo>
                    <a:pt x="410245" y="322863"/>
                    <a:pt x="381860" y="323364"/>
                    <a:pt x="364627" y="347114"/>
                  </a:cubicBezTo>
                  <a:cubicBezTo>
                    <a:pt x="364627" y="347114"/>
                    <a:pt x="373915" y="320610"/>
                    <a:pt x="360700" y="302870"/>
                  </a:cubicBezTo>
                  <a:close/>
                  <a:moveTo>
                    <a:pt x="400144" y="257013"/>
                  </a:moveTo>
                  <a:cubicBezTo>
                    <a:pt x="400144" y="257013"/>
                    <a:pt x="394947" y="229386"/>
                    <a:pt x="374654" y="220659"/>
                  </a:cubicBezTo>
                  <a:cubicBezTo>
                    <a:pt x="374654" y="220659"/>
                    <a:pt x="371228" y="239914"/>
                    <a:pt x="399369" y="265349"/>
                  </a:cubicBezTo>
                  <a:cubicBezTo>
                    <a:pt x="399369" y="265349"/>
                    <a:pt x="430007" y="246497"/>
                    <a:pt x="427540" y="213190"/>
                  </a:cubicBezTo>
                  <a:cubicBezTo>
                    <a:pt x="427540" y="213190"/>
                    <a:pt x="403210" y="227835"/>
                    <a:pt x="400144" y="257013"/>
                  </a:cubicBezTo>
                  <a:close/>
                  <a:moveTo>
                    <a:pt x="374831" y="248720"/>
                  </a:moveTo>
                  <a:cubicBezTo>
                    <a:pt x="374831" y="248720"/>
                    <a:pt x="368150" y="267089"/>
                    <a:pt x="391411" y="297044"/>
                  </a:cubicBezTo>
                  <a:cubicBezTo>
                    <a:pt x="391411" y="297044"/>
                    <a:pt x="424853" y="283798"/>
                    <a:pt x="428224" y="250564"/>
                  </a:cubicBezTo>
                  <a:cubicBezTo>
                    <a:pt x="428224" y="250564"/>
                    <a:pt x="401701" y="260757"/>
                    <a:pt x="393665" y="288964"/>
                  </a:cubicBezTo>
                  <a:cubicBezTo>
                    <a:pt x="393665" y="288964"/>
                    <a:pt x="393323" y="260873"/>
                    <a:pt x="374831" y="248720"/>
                  </a:cubicBezTo>
                  <a:close/>
                  <a:moveTo>
                    <a:pt x="396114" y="273392"/>
                  </a:moveTo>
                  <a:cubicBezTo>
                    <a:pt x="397946" y="273392"/>
                    <a:pt x="399417" y="271908"/>
                    <a:pt x="399417" y="270076"/>
                  </a:cubicBezTo>
                  <a:cubicBezTo>
                    <a:pt x="399417" y="268250"/>
                    <a:pt x="397946" y="266760"/>
                    <a:pt x="396114" y="266760"/>
                  </a:cubicBezTo>
                  <a:cubicBezTo>
                    <a:pt x="394276" y="266760"/>
                    <a:pt x="392810" y="268250"/>
                    <a:pt x="392810" y="270076"/>
                  </a:cubicBezTo>
                  <a:cubicBezTo>
                    <a:pt x="392810" y="271908"/>
                    <a:pt x="394276" y="273392"/>
                    <a:pt x="396114" y="273392"/>
                  </a:cubicBezTo>
                  <a:close/>
                  <a:moveTo>
                    <a:pt x="376731" y="330100"/>
                  </a:moveTo>
                  <a:cubicBezTo>
                    <a:pt x="376731" y="328280"/>
                    <a:pt x="375247" y="326778"/>
                    <a:pt x="373427" y="326778"/>
                  </a:cubicBezTo>
                  <a:cubicBezTo>
                    <a:pt x="371588" y="326778"/>
                    <a:pt x="370111" y="328280"/>
                    <a:pt x="370111" y="330100"/>
                  </a:cubicBezTo>
                  <a:cubicBezTo>
                    <a:pt x="370111" y="331932"/>
                    <a:pt x="371588" y="333422"/>
                    <a:pt x="373427" y="333422"/>
                  </a:cubicBezTo>
                  <a:cubicBezTo>
                    <a:pt x="375247" y="333422"/>
                    <a:pt x="376731" y="331932"/>
                    <a:pt x="376731" y="330100"/>
                  </a:cubicBezTo>
                  <a:close/>
                  <a:moveTo>
                    <a:pt x="96591" y="132671"/>
                  </a:moveTo>
                  <a:lnTo>
                    <a:pt x="96627" y="132671"/>
                  </a:lnTo>
                  <a:cubicBezTo>
                    <a:pt x="95290" y="133703"/>
                    <a:pt x="86069" y="142125"/>
                    <a:pt x="72053" y="143841"/>
                  </a:cubicBezTo>
                  <a:lnTo>
                    <a:pt x="76847" y="148323"/>
                  </a:lnTo>
                  <a:lnTo>
                    <a:pt x="127052" y="148104"/>
                  </a:lnTo>
                  <a:lnTo>
                    <a:pt x="111473" y="132513"/>
                  </a:lnTo>
                  <a:lnTo>
                    <a:pt x="111461" y="132513"/>
                  </a:lnTo>
                  <a:lnTo>
                    <a:pt x="103552" y="124610"/>
                  </a:lnTo>
                  <a:cubicBezTo>
                    <a:pt x="103552" y="124610"/>
                    <a:pt x="97983" y="131749"/>
                    <a:pt x="96591" y="132671"/>
                  </a:cubicBezTo>
                  <a:close/>
                  <a:moveTo>
                    <a:pt x="290758" y="295193"/>
                  </a:moveTo>
                  <a:lnTo>
                    <a:pt x="290673" y="295193"/>
                  </a:lnTo>
                  <a:lnTo>
                    <a:pt x="289897" y="300695"/>
                  </a:lnTo>
                  <a:lnTo>
                    <a:pt x="288346" y="310424"/>
                  </a:lnTo>
                  <a:lnTo>
                    <a:pt x="293409" y="310424"/>
                  </a:lnTo>
                  <a:lnTo>
                    <a:pt x="291564" y="300695"/>
                  </a:lnTo>
                  <a:close/>
                  <a:moveTo>
                    <a:pt x="186038" y="251670"/>
                  </a:moveTo>
                  <a:cubicBezTo>
                    <a:pt x="186038" y="249032"/>
                    <a:pt x="184816" y="246912"/>
                    <a:pt x="181171" y="247102"/>
                  </a:cubicBezTo>
                  <a:lnTo>
                    <a:pt x="180194" y="247102"/>
                  </a:lnTo>
                  <a:lnTo>
                    <a:pt x="180194" y="256830"/>
                  </a:lnTo>
                  <a:lnTo>
                    <a:pt x="181464" y="256873"/>
                  </a:lnTo>
                  <a:cubicBezTo>
                    <a:pt x="184743" y="256873"/>
                    <a:pt x="186038" y="254650"/>
                    <a:pt x="186038" y="251670"/>
                  </a:cubicBezTo>
                  <a:close/>
                  <a:moveTo>
                    <a:pt x="257305" y="271908"/>
                  </a:moveTo>
                  <a:cubicBezTo>
                    <a:pt x="260816" y="271908"/>
                    <a:pt x="260816" y="269239"/>
                    <a:pt x="260877" y="266528"/>
                  </a:cubicBezTo>
                  <a:lnTo>
                    <a:pt x="260877" y="241392"/>
                  </a:lnTo>
                  <a:lnTo>
                    <a:pt x="268083" y="241392"/>
                  </a:lnTo>
                  <a:lnTo>
                    <a:pt x="268083" y="267999"/>
                  </a:lnTo>
                  <a:cubicBezTo>
                    <a:pt x="268083" y="271859"/>
                    <a:pt x="267644" y="278436"/>
                    <a:pt x="257244" y="278436"/>
                  </a:cubicBezTo>
                  <a:cubicBezTo>
                    <a:pt x="250520" y="278436"/>
                    <a:pt x="246508" y="275303"/>
                    <a:pt x="246508" y="268476"/>
                  </a:cubicBezTo>
                  <a:lnTo>
                    <a:pt x="246508" y="241392"/>
                  </a:lnTo>
                  <a:lnTo>
                    <a:pt x="253720" y="241392"/>
                  </a:lnTo>
                  <a:lnTo>
                    <a:pt x="253720" y="264995"/>
                  </a:lnTo>
                  <a:cubicBezTo>
                    <a:pt x="253720" y="267761"/>
                    <a:pt x="253384" y="271908"/>
                    <a:pt x="257305" y="271908"/>
                  </a:cubicBezTo>
                  <a:close/>
                  <a:moveTo>
                    <a:pt x="275857" y="285807"/>
                  </a:moveTo>
                  <a:lnTo>
                    <a:pt x="275857" y="292579"/>
                  </a:lnTo>
                  <a:lnTo>
                    <a:pt x="268572" y="292579"/>
                  </a:lnTo>
                  <a:lnTo>
                    <a:pt x="268572" y="300500"/>
                  </a:lnTo>
                  <a:lnTo>
                    <a:pt x="275002" y="300500"/>
                  </a:lnTo>
                  <a:lnTo>
                    <a:pt x="275002" y="307285"/>
                  </a:lnTo>
                  <a:lnTo>
                    <a:pt x="268572" y="307285"/>
                  </a:lnTo>
                  <a:lnTo>
                    <a:pt x="268572" y="315511"/>
                  </a:lnTo>
                  <a:lnTo>
                    <a:pt x="275955" y="315511"/>
                  </a:lnTo>
                  <a:lnTo>
                    <a:pt x="275955" y="322295"/>
                  </a:lnTo>
                  <a:lnTo>
                    <a:pt x="261354" y="322295"/>
                  </a:lnTo>
                  <a:lnTo>
                    <a:pt x="261354" y="285807"/>
                  </a:lnTo>
                  <a:close/>
                  <a:moveTo>
                    <a:pt x="273891" y="241392"/>
                  </a:moveTo>
                  <a:lnTo>
                    <a:pt x="282001" y="241392"/>
                  </a:lnTo>
                  <a:lnTo>
                    <a:pt x="284089" y="246473"/>
                  </a:lnTo>
                  <a:cubicBezTo>
                    <a:pt x="284712" y="248256"/>
                    <a:pt x="285451" y="250143"/>
                    <a:pt x="285842" y="252030"/>
                  </a:cubicBezTo>
                  <a:lnTo>
                    <a:pt x="285940" y="252030"/>
                  </a:lnTo>
                  <a:cubicBezTo>
                    <a:pt x="286306" y="250143"/>
                    <a:pt x="286905" y="248305"/>
                    <a:pt x="287577" y="246473"/>
                  </a:cubicBezTo>
                  <a:lnTo>
                    <a:pt x="289732" y="241392"/>
                  </a:lnTo>
                  <a:lnTo>
                    <a:pt x="297543" y="241392"/>
                  </a:lnTo>
                  <a:lnTo>
                    <a:pt x="289732" y="259041"/>
                  </a:lnTo>
                  <a:lnTo>
                    <a:pt x="298105" y="277862"/>
                  </a:lnTo>
                  <a:lnTo>
                    <a:pt x="289732" y="277862"/>
                  </a:lnTo>
                  <a:lnTo>
                    <a:pt x="287430" y="272067"/>
                  </a:lnTo>
                  <a:cubicBezTo>
                    <a:pt x="286746" y="270216"/>
                    <a:pt x="286306" y="268433"/>
                    <a:pt x="285842" y="266589"/>
                  </a:cubicBezTo>
                  <a:lnTo>
                    <a:pt x="285732" y="266589"/>
                  </a:lnTo>
                  <a:cubicBezTo>
                    <a:pt x="285207" y="268433"/>
                    <a:pt x="284780" y="270216"/>
                    <a:pt x="284151" y="272067"/>
                  </a:cubicBezTo>
                  <a:lnTo>
                    <a:pt x="282001" y="277862"/>
                  </a:lnTo>
                  <a:lnTo>
                    <a:pt x="273891" y="277862"/>
                  </a:lnTo>
                  <a:lnTo>
                    <a:pt x="281610" y="259041"/>
                  </a:lnTo>
                  <a:close/>
                  <a:moveTo>
                    <a:pt x="295851" y="322295"/>
                  </a:moveTo>
                  <a:lnTo>
                    <a:pt x="294489" y="316134"/>
                  </a:lnTo>
                  <a:lnTo>
                    <a:pt x="287192" y="316134"/>
                  </a:lnTo>
                  <a:lnTo>
                    <a:pt x="285867" y="322295"/>
                  </a:lnTo>
                  <a:lnTo>
                    <a:pt x="278722" y="322295"/>
                  </a:lnTo>
                  <a:lnTo>
                    <a:pt x="287192" y="285807"/>
                  </a:lnTo>
                  <a:lnTo>
                    <a:pt x="294795" y="285807"/>
                  </a:lnTo>
                  <a:lnTo>
                    <a:pt x="303552" y="322295"/>
                  </a:lnTo>
                  <a:close/>
                  <a:moveTo>
                    <a:pt x="249690" y="322295"/>
                  </a:moveTo>
                  <a:lnTo>
                    <a:pt x="247949" y="296005"/>
                  </a:lnTo>
                  <a:lnTo>
                    <a:pt x="247851" y="296005"/>
                  </a:lnTo>
                  <a:lnTo>
                    <a:pt x="246679" y="305013"/>
                  </a:lnTo>
                  <a:lnTo>
                    <a:pt x="243595" y="322295"/>
                  </a:lnTo>
                  <a:lnTo>
                    <a:pt x="238032" y="322295"/>
                  </a:lnTo>
                  <a:lnTo>
                    <a:pt x="234496" y="304818"/>
                  </a:lnTo>
                  <a:lnTo>
                    <a:pt x="233280" y="296683"/>
                  </a:lnTo>
                  <a:lnTo>
                    <a:pt x="233280" y="296005"/>
                  </a:lnTo>
                  <a:lnTo>
                    <a:pt x="233201" y="296005"/>
                  </a:lnTo>
                  <a:lnTo>
                    <a:pt x="232120" y="322295"/>
                  </a:lnTo>
                  <a:lnTo>
                    <a:pt x="224383" y="322295"/>
                  </a:lnTo>
                  <a:lnTo>
                    <a:pt x="227577" y="285807"/>
                  </a:lnTo>
                  <a:lnTo>
                    <a:pt x="237079" y="285807"/>
                  </a:lnTo>
                  <a:lnTo>
                    <a:pt x="240603" y="307340"/>
                  </a:lnTo>
                  <a:lnTo>
                    <a:pt x="240682" y="307340"/>
                  </a:lnTo>
                  <a:lnTo>
                    <a:pt x="243595" y="285807"/>
                  </a:lnTo>
                  <a:lnTo>
                    <a:pt x="253256" y="285807"/>
                  </a:lnTo>
                  <a:lnTo>
                    <a:pt x="257097" y="322295"/>
                  </a:lnTo>
                  <a:close/>
                  <a:moveTo>
                    <a:pt x="226313" y="241392"/>
                  </a:moveTo>
                  <a:lnTo>
                    <a:pt x="233519" y="241392"/>
                  </a:lnTo>
                  <a:lnTo>
                    <a:pt x="233519" y="271096"/>
                  </a:lnTo>
                  <a:lnTo>
                    <a:pt x="241054" y="271096"/>
                  </a:lnTo>
                  <a:lnTo>
                    <a:pt x="241054" y="277862"/>
                  </a:lnTo>
                  <a:lnTo>
                    <a:pt x="226313" y="277862"/>
                  </a:lnTo>
                  <a:close/>
                  <a:moveTo>
                    <a:pt x="217067" y="235767"/>
                  </a:moveTo>
                  <a:lnTo>
                    <a:pt x="217067" y="359480"/>
                  </a:lnTo>
                  <a:cubicBezTo>
                    <a:pt x="217067" y="359480"/>
                    <a:pt x="224029" y="352512"/>
                    <a:pt x="233793" y="352512"/>
                  </a:cubicBezTo>
                  <a:lnTo>
                    <a:pt x="310544" y="352512"/>
                  </a:lnTo>
                  <a:lnTo>
                    <a:pt x="310544" y="199029"/>
                  </a:lnTo>
                  <a:lnTo>
                    <a:pt x="269134" y="199029"/>
                  </a:lnTo>
                  <a:cubicBezTo>
                    <a:pt x="269134" y="199029"/>
                    <a:pt x="257396" y="235230"/>
                    <a:pt x="217067" y="235767"/>
                  </a:cubicBezTo>
                  <a:close/>
                  <a:moveTo>
                    <a:pt x="119039" y="111236"/>
                  </a:moveTo>
                  <a:cubicBezTo>
                    <a:pt x="119039" y="111236"/>
                    <a:pt x="115760" y="115994"/>
                    <a:pt x="103339" y="118668"/>
                  </a:cubicBezTo>
                  <a:lnTo>
                    <a:pt x="119039" y="133203"/>
                  </a:lnTo>
                  <a:close/>
                  <a:moveTo>
                    <a:pt x="184945" y="96751"/>
                  </a:moveTo>
                  <a:lnTo>
                    <a:pt x="184945" y="80476"/>
                  </a:lnTo>
                  <a:lnTo>
                    <a:pt x="235662" y="80476"/>
                  </a:lnTo>
                  <a:lnTo>
                    <a:pt x="235662" y="103731"/>
                  </a:lnTo>
                  <a:lnTo>
                    <a:pt x="252377" y="103731"/>
                  </a:lnTo>
                  <a:lnTo>
                    <a:pt x="252377" y="120476"/>
                  </a:lnTo>
                  <a:lnTo>
                    <a:pt x="236132" y="120476"/>
                  </a:lnTo>
                  <a:lnTo>
                    <a:pt x="236132" y="127920"/>
                  </a:lnTo>
                  <a:lnTo>
                    <a:pt x="252377" y="127920"/>
                  </a:lnTo>
                  <a:lnTo>
                    <a:pt x="252377" y="146058"/>
                  </a:lnTo>
                  <a:lnTo>
                    <a:pt x="236132" y="146058"/>
                  </a:lnTo>
                  <a:lnTo>
                    <a:pt x="236132" y="200482"/>
                  </a:lnTo>
                  <a:lnTo>
                    <a:pt x="222166" y="200482"/>
                  </a:lnTo>
                  <a:lnTo>
                    <a:pt x="202856" y="181166"/>
                  </a:lnTo>
                  <a:lnTo>
                    <a:pt x="185201" y="198845"/>
                  </a:lnTo>
                  <a:lnTo>
                    <a:pt x="172389" y="186064"/>
                  </a:lnTo>
                  <a:lnTo>
                    <a:pt x="201696" y="156763"/>
                  </a:lnTo>
                  <a:lnTo>
                    <a:pt x="216810" y="171871"/>
                  </a:lnTo>
                  <a:lnTo>
                    <a:pt x="216810" y="96751"/>
                  </a:lnTo>
                  <a:close/>
                  <a:moveTo>
                    <a:pt x="158887" y="174742"/>
                  </a:moveTo>
                  <a:cubicBezTo>
                    <a:pt x="158887" y="213355"/>
                    <a:pt x="183082" y="231175"/>
                    <a:pt x="212945" y="231175"/>
                  </a:cubicBezTo>
                  <a:cubicBezTo>
                    <a:pt x="242813" y="231175"/>
                    <a:pt x="267057" y="213404"/>
                    <a:pt x="267057" y="174742"/>
                  </a:cubicBezTo>
                  <a:cubicBezTo>
                    <a:pt x="267057" y="136091"/>
                    <a:pt x="267057" y="64672"/>
                    <a:pt x="267057" y="64672"/>
                  </a:cubicBezTo>
                  <a:lnTo>
                    <a:pt x="158911" y="64672"/>
                  </a:lnTo>
                  <a:cubicBezTo>
                    <a:pt x="158911" y="64672"/>
                    <a:pt x="158887" y="136165"/>
                    <a:pt x="158887" y="174742"/>
                  </a:cubicBezTo>
                  <a:close/>
                  <a:moveTo>
                    <a:pt x="112701" y="182045"/>
                  </a:moveTo>
                  <a:lnTo>
                    <a:pt x="125610" y="193441"/>
                  </a:lnTo>
                  <a:lnTo>
                    <a:pt x="154728" y="193441"/>
                  </a:lnTo>
                  <a:cubicBezTo>
                    <a:pt x="153342" y="191120"/>
                    <a:pt x="153787" y="182284"/>
                    <a:pt x="153787" y="182284"/>
                  </a:cubicBezTo>
                  <a:close/>
                  <a:moveTo>
                    <a:pt x="347039" y="327560"/>
                  </a:moveTo>
                  <a:cubicBezTo>
                    <a:pt x="347039" y="327560"/>
                    <a:pt x="344682" y="330033"/>
                    <a:pt x="343912" y="333795"/>
                  </a:cubicBezTo>
                  <a:lnTo>
                    <a:pt x="350905" y="341056"/>
                  </a:lnTo>
                  <a:cubicBezTo>
                    <a:pt x="350514" y="336518"/>
                    <a:pt x="349366" y="331902"/>
                    <a:pt x="347039" y="327560"/>
                  </a:cubicBezTo>
                  <a:close/>
                  <a:moveTo>
                    <a:pt x="71589" y="357324"/>
                  </a:moveTo>
                  <a:cubicBezTo>
                    <a:pt x="82349" y="320952"/>
                    <a:pt x="69427" y="306308"/>
                    <a:pt x="69427" y="306308"/>
                  </a:cubicBezTo>
                  <a:cubicBezTo>
                    <a:pt x="56634" y="324317"/>
                    <a:pt x="66545" y="350607"/>
                    <a:pt x="66545" y="350607"/>
                  </a:cubicBezTo>
                  <a:cubicBezTo>
                    <a:pt x="48792" y="327279"/>
                    <a:pt x="20389" y="327419"/>
                    <a:pt x="20389" y="327419"/>
                  </a:cubicBezTo>
                  <a:cubicBezTo>
                    <a:pt x="35601" y="357141"/>
                    <a:pt x="71589" y="357324"/>
                    <a:pt x="71589" y="357324"/>
                  </a:cubicBezTo>
                  <a:close/>
                  <a:moveTo>
                    <a:pt x="69788" y="116360"/>
                  </a:moveTo>
                  <a:cubicBezTo>
                    <a:pt x="107455" y="120659"/>
                    <a:pt x="119668" y="105398"/>
                    <a:pt x="119668" y="105398"/>
                  </a:cubicBezTo>
                  <a:cubicBezTo>
                    <a:pt x="99693" y="95908"/>
                    <a:pt x="75528" y="110235"/>
                    <a:pt x="75528" y="110235"/>
                  </a:cubicBezTo>
                  <a:cubicBezTo>
                    <a:pt x="95430" y="88690"/>
                    <a:pt x="90325" y="60745"/>
                    <a:pt x="90325" y="60745"/>
                  </a:cubicBezTo>
                  <a:cubicBezTo>
                    <a:pt x="63711" y="80898"/>
                    <a:pt x="69788" y="116360"/>
                    <a:pt x="69788" y="116360"/>
                  </a:cubicBezTo>
                  <a:close/>
                  <a:moveTo>
                    <a:pt x="148652" y="382869"/>
                  </a:moveTo>
                  <a:cubicBezTo>
                    <a:pt x="150453" y="404921"/>
                    <a:pt x="174936" y="418674"/>
                    <a:pt x="174936" y="418674"/>
                  </a:cubicBezTo>
                  <a:cubicBezTo>
                    <a:pt x="146313" y="412225"/>
                    <a:pt x="124646" y="430600"/>
                    <a:pt x="124646" y="430600"/>
                  </a:cubicBezTo>
                  <a:cubicBezTo>
                    <a:pt x="155418" y="443584"/>
                    <a:pt x="183082" y="420598"/>
                    <a:pt x="183082" y="420598"/>
                  </a:cubicBezTo>
                  <a:cubicBezTo>
                    <a:pt x="167961" y="385825"/>
                    <a:pt x="148652" y="382869"/>
                    <a:pt x="148652" y="382869"/>
                  </a:cubicBezTo>
                  <a:close/>
                  <a:moveTo>
                    <a:pt x="52633" y="330692"/>
                  </a:moveTo>
                  <a:cubicBezTo>
                    <a:pt x="69556" y="296763"/>
                    <a:pt x="59406" y="280079"/>
                    <a:pt x="59406" y="280079"/>
                  </a:cubicBezTo>
                  <a:cubicBezTo>
                    <a:pt x="43656" y="295596"/>
                    <a:pt x="48866" y="323212"/>
                    <a:pt x="48866" y="323212"/>
                  </a:cubicBezTo>
                  <a:cubicBezTo>
                    <a:pt x="35412" y="297135"/>
                    <a:pt x="7400" y="292366"/>
                    <a:pt x="7400" y="292366"/>
                  </a:cubicBezTo>
                  <a:cubicBezTo>
                    <a:pt x="17263" y="324268"/>
                    <a:pt x="52633" y="330692"/>
                    <a:pt x="52633" y="330692"/>
                  </a:cubicBezTo>
                  <a:close/>
                  <a:moveTo>
                    <a:pt x="128682" y="371846"/>
                  </a:moveTo>
                  <a:lnTo>
                    <a:pt x="123955" y="371816"/>
                  </a:lnTo>
                  <a:cubicBezTo>
                    <a:pt x="123711" y="392646"/>
                    <a:pt x="143760" y="409074"/>
                    <a:pt x="143760" y="409074"/>
                  </a:cubicBezTo>
                  <a:cubicBezTo>
                    <a:pt x="116719" y="397746"/>
                    <a:pt x="92200" y="412066"/>
                    <a:pt x="92200" y="412066"/>
                  </a:cubicBezTo>
                  <a:cubicBezTo>
                    <a:pt x="120230" y="430210"/>
                    <a:pt x="151467" y="412378"/>
                    <a:pt x="151467" y="412378"/>
                  </a:cubicBezTo>
                  <a:cubicBezTo>
                    <a:pt x="145384" y="387034"/>
                    <a:pt x="134746" y="376170"/>
                    <a:pt x="128682" y="371846"/>
                  </a:cubicBezTo>
                  <a:close/>
                  <a:moveTo>
                    <a:pt x="58838" y="387572"/>
                  </a:moveTo>
                  <a:cubicBezTo>
                    <a:pt x="58838" y="387572"/>
                    <a:pt x="64004" y="384506"/>
                    <a:pt x="71516" y="383395"/>
                  </a:cubicBezTo>
                  <a:lnTo>
                    <a:pt x="63168" y="381428"/>
                  </a:lnTo>
                  <a:lnTo>
                    <a:pt x="62404" y="382472"/>
                  </a:lnTo>
                  <a:cubicBezTo>
                    <a:pt x="62856" y="381819"/>
                    <a:pt x="63168" y="381428"/>
                    <a:pt x="63168" y="381428"/>
                  </a:cubicBezTo>
                  <a:lnTo>
                    <a:pt x="26362" y="420176"/>
                  </a:lnTo>
                  <a:cubicBezTo>
                    <a:pt x="26362" y="420176"/>
                    <a:pt x="22172" y="426234"/>
                    <a:pt x="26142" y="430191"/>
                  </a:cubicBezTo>
                  <a:cubicBezTo>
                    <a:pt x="26142" y="430191"/>
                    <a:pt x="29843" y="433208"/>
                    <a:pt x="34973" y="429733"/>
                  </a:cubicBezTo>
                  <a:lnTo>
                    <a:pt x="70838" y="398356"/>
                  </a:lnTo>
                  <a:cubicBezTo>
                    <a:pt x="67186" y="396488"/>
                    <a:pt x="59266" y="389886"/>
                    <a:pt x="58838" y="387572"/>
                  </a:cubicBezTo>
                  <a:close/>
                  <a:moveTo>
                    <a:pt x="38600" y="301178"/>
                  </a:moveTo>
                  <a:cubicBezTo>
                    <a:pt x="61165" y="270693"/>
                    <a:pt x="54050" y="252494"/>
                    <a:pt x="54050" y="252494"/>
                  </a:cubicBezTo>
                  <a:cubicBezTo>
                    <a:pt x="35864" y="265068"/>
                    <a:pt x="36176" y="293166"/>
                    <a:pt x="36176" y="293166"/>
                  </a:cubicBezTo>
                  <a:cubicBezTo>
                    <a:pt x="27467" y="265147"/>
                    <a:pt x="725" y="255572"/>
                    <a:pt x="725" y="255572"/>
                  </a:cubicBezTo>
                  <a:cubicBezTo>
                    <a:pt x="4866" y="288714"/>
                    <a:pt x="38600" y="301178"/>
                    <a:pt x="38600" y="301178"/>
                  </a:cubicBezTo>
                  <a:close/>
                  <a:moveTo>
                    <a:pt x="57507" y="82980"/>
                  </a:moveTo>
                  <a:lnTo>
                    <a:pt x="13934" y="39371"/>
                  </a:lnTo>
                  <a:cubicBezTo>
                    <a:pt x="13934" y="39371"/>
                    <a:pt x="-4331" y="52452"/>
                    <a:pt x="9849" y="82980"/>
                  </a:cubicBezTo>
                  <a:close/>
                  <a:moveTo>
                    <a:pt x="77238" y="67108"/>
                  </a:moveTo>
                  <a:lnTo>
                    <a:pt x="51601" y="41234"/>
                  </a:lnTo>
                  <a:cubicBezTo>
                    <a:pt x="35724" y="25356"/>
                    <a:pt x="16890" y="35817"/>
                    <a:pt x="16890" y="35817"/>
                  </a:cubicBezTo>
                  <a:lnTo>
                    <a:pt x="67388" y="86119"/>
                  </a:lnTo>
                  <a:cubicBezTo>
                    <a:pt x="70777" y="73209"/>
                    <a:pt x="77238" y="67108"/>
                    <a:pt x="77238" y="67108"/>
                  </a:cubicBezTo>
                  <a:close/>
                  <a:moveTo>
                    <a:pt x="30002" y="274296"/>
                  </a:moveTo>
                  <a:cubicBezTo>
                    <a:pt x="30002" y="276121"/>
                    <a:pt x="31485" y="277612"/>
                    <a:pt x="33299" y="277612"/>
                  </a:cubicBezTo>
                  <a:cubicBezTo>
                    <a:pt x="35137" y="277612"/>
                    <a:pt x="36603" y="276121"/>
                    <a:pt x="36603" y="274296"/>
                  </a:cubicBezTo>
                  <a:cubicBezTo>
                    <a:pt x="36603" y="272457"/>
                    <a:pt x="35137" y="270973"/>
                    <a:pt x="33299" y="270973"/>
                  </a:cubicBezTo>
                  <a:cubicBezTo>
                    <a:pt x="31485" y="270973"/>
                    <a:pt x="30002" y="272457"/>
                    <a:pt x="30002" y="274296"/>
                  </a:cubicBezTo>
                  <a:close/>
                  <a:moveTo>
                    <a:pt x="29916" y="269703"/>
                  </a:moveTo>
                  <a:cubicBezTo>
                    <a:pt x="57427" y="243584"/>
                    <a:pt x="53574" y="224427"/>
                    <a:pt x="53574" y="224427"/>
                  </a:cubicBezTo>
                  <a:cubicBezTo>
                    <a:pt x="33482" y="233636"/>
                    <a:pt x="28914" y="261367"/>
                    <a:pt x="28914" y="261367"/>
                  </a:cubicBezTo>
                  <a:cubicBezTo>
                    <a:pt x="25208" y="232274"/>
                    <a:pt x="524" y="218186"/>
                    <a:pt x="524" y="218186"/>
                  </a:cubicBezTo>
                  <a:cubicBezTo>
                    <a:pt x="-1156" y="251554"/>
                    <a:pt x="29916" y="269703"/>
                    <a:pt x="29916" y="269703"/>
                  </a:cubicBezTo>
                  <a:close/>
                  <a:moveTo>
                    <a:pt x="54063" y="333905"/>
                  </a:moveTo>
                  <a:cubicBezTo>
                    <a:pt x="54063" y="335737"/>
                    <a:pt x="55540" y="337227"/>
                    <a:pt x="57385" y="337227"/>
                  </a:cubicBezTo>
                  <a:cubicBezTo>
                    <a:pt x="59211" y="337227"/>
                    <a:pt x="60701" y="335737"/>
                    <a:pt x="60701" y="333905"/>
                  </a:cubicBezTo>
                  <a:cubicBezTo>
                    <a:pt x="60701" y="332073"/>
                    <a:pt x="59211" y="330595"/>
                    <a:pt x="57385" y="330595"/>
                  </a:cubicBezTo>
                  <a:cubicBezTo>
                    <a:pt x="55540" y="330595"/>
                    <a:pt x="54063" y="332073"/>
                    <a:pt x="54063" y="333905"/>
                  </a:cubicBezTo>
                  <a:close/>
                  <a:moveTo>
                    <a:pt x="331460" y="382283"/>
                  </a:moveTo>
                  <a:cubicBezTo>
                    <a:pt x="333286" y="382283"/>
                    <a:pt x="334764" y="380805"/>
                    <a:pt x="334764" y="378967"/>
                  </a:cubicBezTo>
                  <a:cubicBezTo>
                    <a:pt x="334764" y="377135"/>
                    <a:pt x="333286" y="375657"/>
                    <a:pt x="331460" y="375657"/>
                  </a:cubicBezTo>
                  <a:cubicBezTo>
                    <a:pt x="329628" y="375657"/>
                    <a:pt x="328163" y="377135"/>
                    <a:pt x="328163" y="378967"/>
                  </a:cubicBezTo>
                  <a:cubicBezTo>
                    <a:pt x="328163" y="380805"/>
                    <a:pt x="329628" y="382283"/>
                    <a:pt x="331460" y="382283"/>
                  </a:cubicBezTo>
                  <a:close/>
                  <a:moveTo>
                    <a:pt x="349073" y="377990"/>
                  </a:moveTo>
                  <a:lnTo>
                    <a:pt x="337415" y="368482"/>
                  </a:lnTo>
                  <a:cubicBezTo>
                    <a:pt x="337671" y="371443"/>
                    <a:pt x="338037" y="374595"/>
                    <a:pt x="338605" y="377941"/>
                  </a:cubicBezTo>
                  <a:cubicBezTo>
                    <a:pt x="338605" y="377941"/>
                    <a:pt x="342782" y="378442"/>
                    <a:pt x="349073" y="377990"/>
                  </a:cubicBezTo>
                  <a:close/>
                  <a:moveTo>
                    <a:pt x="381677" y="319309"/>
                  </a:moveTo>
                  <a:cubicBezTo>
                    <a:pt x="381677" y="319309"/>
                    <a:pt x="386239" y="291578"/>
                    <a:pt x="370160" y="276427"/>
                  </a:cubicBezTo>
                  <a:cubicBezTo>
                    <a:pt x="370160" y="276427"/>
                    <a:pt x="360352" y="293349"/>
                    <a:pt x="378062" y="326876"/>
                  </a:cubicBezTo>
                  <a:cubicBezTo>
                    <a:pt x="378062" y="326876"/>
                    <a:pt x="413311" y="319633"/>
                    <a:pt x="422404" y="287499"/>
                  </a:cubicBezTo>
                  <a:cubicBezTo>
                    <a:pt x="422404" y="287499"/>
                    <a:pt x="394508" y="292934"/>
                    <a:pt x="381677" y="319309"/>
                  </a:cubicBezTo>
                  <a:close/>
                  <a:moveTo>
                    <a:pt x="160603" y="411822"/>
                  </a:moveTo>
                  <a:cubicBezTo>
                    <a:pt x="160603" y="409996"/>
                    <a:pt x="159113" y="408506"/>
                    <a:pt x="157287" y="408506"/>
                  </a:cubicBezTo>
                  <a:cubicBezTo>
                    <a:pt x="155461" y="408506"/>
                    <a:pt x="153971" y="409996"/>
                    <a:pt x="153971" y="411822"/>
                  </a:cubicBezTo>
                  <a:cubicBezTo>
                    <a:pt x="153971" y="413654"/>
                    <a:pt x="155461" y="415132"/>
                    <a:pt x="157287" y="415132"/>
                  </a:cubicBezTo>
                  <a:cubicBezTo>
                    <a:pt x="159113" y="415132"/>
                    <a:pt x="160603" y="413654"/>
                    <a:pt x="160603" y="411822"/>
                  </a:cubicBezTo>
                  <a:close/>
                  <a:moveTo>
                    <a:pt x="317494" y="391822"/>
                  </a:moveTo>
                  <a:cubicBezTo>
                    <a:pt x="317494" y="391822"/>
                    <a:pt x="324657" y="383230"/>
                    <a:pt x="328218" y="371120"/>
                  </a:cubicBezTo>
                  <a:lnTo>
                    <a:pt x="314728" y="370900"/>
                  </a:lnTo>
                  <a:cubicBezTo>
                    <a:pt x="312602" y="377514"/>
                    <a:pt x="310984" y="385923"/>
                    <a:pt x="310569" y="396573"/>
                  </a:cubicBezTo>
                  <a:cubicBezTo>
                    <a:pt x="310569" y="396573"/>
                    <a:pt x="339705" y="406259"/>
                    <a:pt x="363015" y="389373"/>
                  </a:cubicBezTo>
                  <a:lnTo>
                    <a:pt x="354037" y="382143"/>
                  </a:lnTo>
                  <a:cubicBezTo>
                    <a:pt x="344083" y="381605"/>
                    <a:pt x="330434" y="383071"/>
                    <a:pt x="317494" y="391822"/>
                  </a:cubicBezTo>
                  <a:close/>
                  <a:moveTo>
                    <a:pt x="327302" y="338094"/>
                  </a:moveTo>
                  <a:lnTo>
                    <a:pt x="327302" y="355767"/>
                  </a:lnTo>
                  <a:lnTo>
                    <a:pt x="406355" y="421349"/>
                  </a:lnTo>
                  <a:lnTo>
                    <a:pt x="422172" y="421349"/>
                  </a:lnTo>
                  <a:lnTo>
                    <a:pt x="341689" y="338094"/>
                  </a:lnTo>
                  <a:close/>
                  <a:moveTo>
                    <a:pt x="211479" y="414369"/>
                  </a:moveTo>
                  <a:lnTo>
                    <a:pt x="211479" y="422643"/>
                  </a:lnTo>
                  <a:cubicBezTo>
                    <a:pt x="207662" y="416622"/>
                    <a:pt x="192768" y="394821"/>
                    <a:pt x="175925" y="393758"/>
                  </a:cubicBezTo>
                  <a:cubicBezTo>
                    <a:pt x="175925" y="393758"/>
                    <a:pt x="181635" y="413245"/>
                    <a:pt x="206856" y="424677"/>
                  </a:cubicBezTo>
                  <a:cubicBezTo>
                    <a:pt x="206856" y="424677"/>
                    <a:pt x="175241" y="426784"/>
                    <a:pt x="162331" y="444084"/>
                  </a:cubicBezTo>
                  <a:cubicBezTo>
                    <a:pt x="162331" y="444084"/>
                    <a:pt x="189891" y="446570"/>
                    <a:pt x="211479" y="425117"/>
                  </a:cubicBezTo>
                  <a:lnTo>
                    <a:pt x="211479" y="438564"/>
                  </a:lnTo>
                  <a:lnTo>
                    <a:pt x="219845" y="438564"/>
                  </a:lnTo>
                  <a:lnTo>
                    <a:pt x="219845" y="424146"/>
                  </a:lnTo>
                  <a:lnTo>
                    <a:pt x="219845" y="414369"/>
                  </a:lnTo>
                  <a:close/>
                  <a:moveTo>
                    <a:pt x="225445" y="424604"/>
                  </a:moveTo>
                  <a:cubicBezTo>
                    <a:pt x="250557" y="412976"/>
                    <a:pt x="256120" y="393453"/>
                    <a:pt x="256120" y="393453"/>
                  </a:cubicBezTo>
                  <a:cubicBezTo>
                    <a:pt x="236590" y="394833"/>
                    <a:pt x="219845" y="424146"/>
                    <a:pt x="219845" y="424146"/>
                  </a:cubicBezTo>
                  <a:cubicBezTo>
                    <a:pt x="241708" y="446460"/>
                    <a:pt x="270074" y="443681"/>
                    <a:pt x="270074" y="443681"/>
                  </a:cubicBezTo>
                  <a:cubicBezTo>
                    <a:pt x="257061" y="426466"/>
                    <a:pt x="225445" y="424604"/>
                    <a:pt x="225445" y="424604"/>
                  </a:cubicBezTo>
                  <a:close/>
                  <a:moveTo>
                    <a:pt x="257885" y="417709"/>
                  </a:moveTo>
                  <a:cubicBezTo>
                    <a:pt x="257885" y="417709"/>
                    <a:pt x="282050" y="403376"/>
                    <a:pt x="283296" y="381300"/>
                  </a:cubicBezTo>
                  <a:cubicBezTo>
                    <a:pt x="283296" y="381300"/>
                    <a:pt x="264059" y="384683"/>
                    <a:pt x="249787" y="419816"/>
                  </a:cubicBezTo>
                  <a:cubicBezTo>
                    <a:pt x="249787" y="419816"/>
                    <a:pt x="277952" y="442143"/>
                    <a:pt x="308444" y="428451"/>
                  </a:cubicBezTo>
                  <a:cubicBezTo>
                    <a:pt x="308444" y="428451"/>
                    <a:pt x="286343" y="410582"/>
                    <a:pt x="257885" y="417709"/>
                  </a:cubicBezTo>
                  <a:close/>
                  <a:moveTo>
                    <a:pt x="288822" y="407370"/>
                  </a:moveTo>
                  <a:cubicBezTo>
                    <a:pt x="288822" y="407370"/>
                    <a:pt x="307576" y="391242"/>
                    <a:pt x="307741" y="371126"/>
                  </a:cubicBezTo>
                  <a:lnTo>
                    <a:pt x="301054" y="371382"/>
                  </a:lnTo>
                  <a:cubicBezTo>
                    <a:pt x="294978" y="376701"/>
                    <a:pt x="286111" y="388011"/>
                    <a:pt x="281189" y="410857"/>
                  </a:cubicBezTo>
                  <a:cubicBezTo>
                    <a:pt x="281189" y="410857"/>
                    <a:pt x="312847" y="427962"/>
                    <a:pt x="340456" y="409190"/>
                  </a:cubicBezTo>
                  <a:cubicBezTo>
                    <a:pt x="340456" y="409190"/>
                    <a:pt x="315589" y="395407"/>
                    <a:pt x="288822" y="407370"/>
                  </a:cubicBezTo>
                  <a:close/>
                  <a:moveTo>
                    <a:pt x="272193" y="410552"/>
                  </a:moveTo>
                  <a:cubicBezTo>
                    <a:pt x="272193" y="412378"/>
                    <a:pt x="273659" y="413868"/>
                    <a:pt x="275522" y="413868"/>
                  </a:cubicBezTo>
                  <a:cubicBezTo>
                    <a:pt x="277335" y="413868"/>
                    <a:pt x="278819" y="412378"/>
                    <a:pt x="278819" y="410552"/>
                  </a:cubicBezTo>
                  <a:cubicBezTo>
                    <a:pt x="278819" y="408720"/>
                    <a:pt x="277335" y="407230"/>
                    <a:pt x="275522" y="407230"/>
                  </a:cubicBezTo>
                  <a:cubicBezTo>
                    <a:pt x="273659" y="407230"/>
                    <a:pt x="272193" y="408720"/>
                    <a:pt x="272193" y="410552"/>
                  </a:cubicBezTo>
                  <a:close/>
                  <a:moveTo>
                    <a:pt x="389359" y="168842"/>
                  </a:moveTo>
                  <a:cubicBezTo>
                    <a:pt x="389359" y="168842"/>
                    <a:pt x="406459" y="137203"/>
                    <a:pt x="387674" y="109569"/>
                  </a:cubicBezTo>
                  <a:cubicBezTo>
                    <a:pt x="387674" y="109569"/>
                    <a:pt x="373915" y="134436"/>
                    <a:pt x="385879" y="161215"/>
                  </a:cubicBezTo>
                  <a:cubicBezTo>
                    <a:pt x="385879" y="161215"/>
                    <a:pt x="367564" y="139920"/>
                    <a:pt x="345622" y="142503"/>
                  </a:cubicBezTo>
                  <a:cubicBezTo>
                    <a:pt x="345622" y="142503"/>
                    <a:pt x="352279" y="160867"/>
                    <a:pt x="389359" y="168842"/>
                  </a:cubicBezTo>
                  <a:close/>
                  <a:moveTo>
                    <a:pt x="308908" y="94858"/>
                  </a:moveTo>
                  <a:lnTo>
                    <a:pt x="318954" y="84476"/>
                  </a:lnTo>
                  <a:cubicBezTo>
                    <a:pt x="310398" y="82497"/>
                    <a:pt x="294355" y="79646"/>
                    <a:pt x="281366" y="89319"/>
                  </a:cubicBezTo>
                  <a:cubicBezTo>
                    <a:pt x="281366" y="89319"/>
                    <a:pt x="288041" y="96885"/>
                    <a:pt x="308908" y="94858"/>
                  </a:cubicBezTo>
                  <a:close/>
                  <a:moveTo>
                    <a:pt x="375674" y="148537"/>
                  </a:moveTo>
                  <a:cubicBezTo>
                    <a:pt x="377494" y="148537"/>
                    <a:pt x="378984" y="147053"/>
                    <a:pt x="378984" y="145227"/>
                  </a:cubicBezTo>
                  <a:cubicBezTo>
                    <a:pt x="378984" y="143395"/>
                    <a:pt x="377494" y="141899"/>
                    <a:pt x="375674" y="141899"/>
                  </a:cubicBezTo>
                  <a:cubicBezTo>
                    <a:pt x="373854" y="141899"/>
                    <a:pt x="372358" y="143395"/>
                    <a:pt x="372358" y="145227"/>
                  </a:cubicBezTo>
                  <a:cubicBezTo>
                    <a:pt x="372358" y="147053"/>
                    <a:pt x="373854" y="148537"/>
                    <a:pt x="375674" y="148537"/>
                  </a:cubicBezTo>
                  <a:close/>
                  <a:moveTo>
                    <a:pt x="398324" y="200274"/>
                  </a:moveTo>
                  <a:cubicBezTo>
                    <a:pt x="398324" y="200274"/>
                    <a:pt x="420669" y="172073"/>
                    <a:pt x="406947" y="141600"/>
                  </a:cubicBezTo>
                  <a:cubicBezTo>
                    <a:pt x="406947" y="141600"/>
                    <a:pt x="389085" y="163688"/>
                    <a:pt x="396205" y="192152"/>
                  </a:cubicBezTo>
                  <a:cubicBezTo>
                    <a:pt x="396205" y="192152"/>
                    <a:pt x="381897" y="167993"/>
                    <a:pt x="359808" y="166723"/>
                  </a:cubicBezTo>
                  <a:cubicBezTo>
                    <a:pt x="359808" y="166723"/>
                    <a:pt x="363210" y="185960"/>
                    <a:pt x="398324" y="200274"/>
                  </a:cubicBezTo>
                  <a:close/>
                  <a:moveTo>
                    <a:pt x="350062" y="41447"/>
                  </a:moveTo>
                  <a:cubicBezTo>
                    <a:pt x="360517" y="46638"/>
                    <a:pt x="368932" y="41191"/>
                    <a:pt x="368932" y="41191"/>
                  </a:cubicBezTo>
                  <a:cubicBezTo>
                    <a:pt x="380553" y="35493"/>
                    <a:pt x="388993" y="43401"/>
                    <a:pt x="388993" y="43401"/>
                  </a:cubicBezTo>
                  <a:cubicBezTo>
                    <a:pt x="397115" y="49746"/>
                    <a:pt x="395766" y="58101"/>
                    <a:pt x="395766" y="58101"/>
                  </a:cubicBezTo>
                  <a:cubicBezTo>
                    <a:pt x="395766" y="64482"/>
                    <a:pt x="393934" y="64928"/>
                    <a:pt x="393934" y="64928"/>
                  </a:cubicBezTo>
                  <a:cubicBezTo>
                    <a:pt x="390050" y="67591"/>
                    <a:pt x="391021" y="63096"/>
                    <a:pt x="391021" y="63096"/>
                  </a:cubicBezTo>
                  <a:cubicBezTo>
                    <a:pt x="391143" y="63035"/>
                    <a:pt x="391900" y="59927"/>
                    <a:pt x="391900" y="59927"/>
                  </a:cubicBezTo>
                  <a:cubicBezTo>
                    <a:pt x="393427" y="45496"/>
                    <a:pt x="380456" y="43414"/>
                    <a:pt x="380456" y="43414"/>
                  </a:cubicBezTo>
                  <a:cubicBezTo>
                    <a:pt x="366721" y="41007"/>
                    <a:pt x="363289" y="53722"/>
                    <a:pt x="363289" y="53722"/>
                  </a:cubicBezTo>
                  <a:cubicBezTo>
                    <a:pt x="362404" y="57215"/>
                    <a:pt x="362343" y="60330"/>
                    <a:pt x="362721" y="63059"/>
                  </a:cubicBezTo>
                  <a:lnTo>
                    <a:pt x="345561" y="45887"/>
                  </a:lnTo>
                  <a:lnTo>
                    <a:pt x="346367" y="60409"/>
                  </a:lnTo>
                  <a:lnTo>
                    <a:pt x="384730" y="98785"/>
                  </a:lnTo>
                  <a:lnTo>
                    <a:pt x="398459" y="98785"/>
                  </a:lnTo>
                  <a:lnTo>
                    <a:pt x="384517" y="84849"/>
                  </a:lnTo>
                  <a:cubicBezTo>
                    <a:pt x="391876" y="87163"/>
                    <a:pt x="398337" y="87401"/>
                    <a:pt x="398337" y="87401"/>
                  </a:cubicBezTo>
                  <a:cubicBezTo>
                    <a:pt x="417927" y="86198"/>
                    <a:pt x="419985" y="67475"/>
                    <a:pt x="419985" y="67475"/>
                  </a:cubicBezTo>
                  <a:cubicBezTo>
                    <a:pt x="425164" y="47884"/>
                    <a:pt x="406593" y="32073"/>
                    <a:pt x="406593" y="32073"/>
                  </a:cubicBezTo>
                  <a:cubicBezTo>
                    <a:pt x="394202" y="21423"/>
                    <a:pt x="375479" y="20562"/>
                    <a:pt x="375479" y="20562"/>
                  </a:cubicBezTo>
                  <a:cubicBezTo>
                    <a:pt x="348853" y="17484"/>
                    <a:pt x="339405" y="458"/>
                    <a:pt x="339405" y="458"/>
                  </a:cubicBezTo>
                  <a:cubicBezTo>
                    <a:pt x="336285" y="8208"/>
                    <a:pt x="337085" y="19676"/>
                    <a:pt x="337085" y="19676"/>
                  </a:cubicBezTo>
                  <a:cubicBezTo>
                    <a:pt x="338862" y="37319"/>
                    <a:pt x="350062" y="41447"/>
                    <a:pt x="350062" y="41447"/>
                  </a:cubicBezTo>
                  <a:close/>
                  <a:moveTo>
                    <a:pt x="393616" y="205697"/>
                  </a:moveTo>
                  <a:cubicBezTo>
                    <a:pt x="393616" y="207535"/>
                    <a:pt x="395088" y="209013"/>
                    <a:pt x="396914" y="209013"/>
                  </a:cubicBezTo>
                  <a:cubicBezTo>
                    <a:pt x="398764" y="209013"/>
                    <a:pt x="400242" y="207535"/>
                    <a:pt x="400242" y="205697"/>
                  </a:cubicBezTo>
                  <a:cubicBezTo>
                    <a:pt x="400242" y="203871"/>
                    <a:pt x="398764" y="202381"/>
                    <a:pt x="396914" y="202381"/>
                  </a:cubicBezTo>
                  <a:cubicBezTo>
                    <a:pt x="395088" y="202381"/>
                    <a:pt x="393616" y="203871"/>
                    <a:pt x="393616" y="205697"/>
                  </a:cubicBezTo>
                  <a:close/>
                  <a:moveTo>
                    <a:pt x="320920" y="81930"/>
                  </a:moveTo>
                  <a:lnTo>
                    <a:pt x="329024" y="73710"/>
                  </a:lnTo>
                  <a:cubicBezTo>
                    <a:pt x="325592" y="62113"/>
                    <a:pt x="318618" y="48122"/>
                    <a:pt x="301348" y="39786"/>
                  </a:cubicBezTo>
                  <a:cubicBezTo>
                    <a:pt x="301348" y="39786"/>
                    <a:pt x="300639" y="64598"/>
                    <a:pt x="320920" y="81930"/>
                  </a:cubicBezTo>
                  <a:close/>
                  <a:moveTo>
                    <a:pt x="341244" y="311114"/>
                  </a:moveTo>
                  <a:lnTo>
                    <a:pt x="327302" y="311114"/>
                  </a:lnTo>
                  <a:lnTo>
                    <a:pt x="327302" y="328793"/>
                  </a:lnTo>
                  <a:lnTo>
                    <a:pt x="341244" y="328793"/>
                  </a:lnTo>
                  <a:close/>
                  <a:moveTo>
                    <a:pt x="352108" y="136012"/>
                  </a:moveTo>
                  <a:cubicBezTo>
                    <a:pt x="358251" y="137759"/>
                    <a:pt x="365830" y="139071"/>
                    <a:pt x="375094" y="139456"/>
                  </a:cubicBezTo>
                  <a:cubicBezTo>
                    <a:pt x="375094" y="139456"/>
                    <a:pt x="379295" y="126955"/>
                    <a:pt x="377445" y="111749"/>
                  </a:cubicBezTo>
                  <a:lnTo>
                    <a:pt x="365359" y="123316"/>
                  </a:lnTo>
                  <a:cubicBezTo>
                    <a:pt x="366660" y="126394"/>
                    <a:pt x="368321" y="129484"/>
                    <a:pt x="370355" y="132537"/>
                  </a:cubicBezTo>
                  <a:cubicBezTo>
                    <a:pt x="370355" y="132537"/>
                    <a:pt x="367039" y="129777"/>
                    <a:pt x="361708" y="126815"/>
                  </a:cubicBezTo>
                  <a:close/>
                  <a:moveTo>
                    <a:pt x="87021" y="98296"/>
                  </a:moveTo>
                  <a:cubicBezTo>
                    <a:pt x="87021" y="100116"/>
                    <a:pt x="88505" y="101600"/>
                    <a:pt x="90325" y="101600"/>
                  </a:cubicBezTo>
                  <a:cubicBezTo>
                    <a:pt x="92157" y="101600"/>
                    <a:pt x="93653" y="100116"/>
                    <a:pt x="93653" y="98296"/>
                  </a:cubicBezTo>
                  <a:cubicBezTo>
                    <a:pt x="93653" y="96452"/>
                    <a:pt x="92157" y="94980"/>
                    <a:pt x="90325" y="94980"/>
                  </a:cubicBezTo>
                  <a:cubicBezTo>
                    <a:pt x="88505" y="94980"/>
                    <a:pt x="87021" y="96452"/>
                    <a:pt x="87021" y="98296"/>
                  </a:cubicBezTo>
                  <a:close/>
                  <a:moveTo>
                    <a:pt x="378911" y="102272"/>
                  </a:moveTo>
                  <a:lnTo>
                    <a:pt x="343106" y="66467"/>
                  </a:lnTo>
                  <a:lnTo>
                    <a:pt x="310996" y="101343"/>
                  </a:lnTo>
                  <a:lnTo>
                    <a:pt x="345445" y="135304"/>
                  </a:lnTo>
                  <a:close/>
                  <a:moveTo>
                    <a:pt x="302862" y="103444"/>
                  </a:moveTo>
                  <a:lnTo>
                    <a:pt x="295668" y="112055"/>
                  </a:lnTo>
                  <a:lnTo>
                    <a:pt x="334728" y="151126"/>
                  </a:lnTo>
                  <a:lnTo>
                    <a:pt x="342642" y="143206"/>
                  </a:lnTo>
                  <a:close/>
                  <a:moveTo>
                    <a:pt x="340547" y="224604"/>
                  </a:moveTo>
                  <a:lnTo>
                    <a:pt x="326605" y="224604"/>
                  </a:lnTo>
                  <a:lnTo>
                    <a:pt x="326605" y="242283"/>
                  </a:lnTo>
                  <a:lnTo>
                    <a:pt x="340547" y="242283"/>
                  </a:lnTo>
                  <a:close/>
                  <a:moveTo>
                    <a:pt x="173366" y="55841"/>
                  </a:moveTo>
                  <a:cubicBezTo>
                    <a:pt x="173366" y="55841"/>
                    <a:pt x="184352" y="63108"/>
                    <a:pt x="203650" y="49808"/>
                  </a:cubicBezTo>
                  <a:cubicBezTo>
                    <a:pt x="203650" y="49808"/>
                    <a:pt x="179754" y="40006"/>
                    <a:pt x="173366" y="55841"/>
                  </a:cubicBezTo>
                  <a:close/>
                  <a:moveTo>
                    <a:pt x="297806" y="68354"/>
                  </a:moveTo>
                  <a:cubicBezTo>
                    <a:pt x="297806" y="68354"/>
                    <a:pt x="286966" y="65062"/>
                    <a:pt x="273268" y="69740"/>
                  </a:cubicBezTo>
                  <a:lnTo>
                    <a:pt x="273225" y="82229"/>
                  </a:lnTo>
                  <a:cubicBezTo>
                    <a:pt x="281586" y="82064"/>
                    <a:pt x="290044" y="80055"/>
                    <a:pt x="305372" y="71963"/>
                  </a:cubicBezTo>
                  <a:cubicBezTo>
                    <a:pt x="305372" y="71963"/>
                    <a:pt x="298117" y="36733"/>
                    <a:pt x="266007" y="27658"/>
                  </a:cubicBezTo>
                  <a:cubicBezTo>
                    <a:pt x="266007" y="27658"/>
                    <a:pt x="271436" y="55536"/>
                    <a:pt x="297806" y="68354"/>
                  </a:cubicBezTo>
                  <a:close/>
                  <a:moveTo>
                    <a:pt x="153787" y="83908"/>
                  </a:moveTo>
                  <a:lnTo>
                    <a:pt x="154032" y="71756"/>
                  </a:lnTo>
                  <a:cubicBezTo>
                    <a:pt x="140517" y="67780"/>
                    <a:pt x="126844" y="70345"/>
                    <a:pt x="126844" y="70345"/>
                  </a:cubicBezTo>
                  <a:cubicBezTo>
                    <a:pt x="152908" y="56916"/>
                    <a:pt x="157671" y="28910"/>
                    <a:pt x="157671" y="28910"/>
                  </a:cubicBezTo>
                  <a:cubicBezTo>
                    <a:pt x="125739" y="38748"/>
                    <a:pt x="119333" y="74137"/>
                    <a:pt x="119333" y="74137"/>
                  </a:cubicBezTo>
                  <a:cubicBezTo>
                    <a:pt x="134062" y="81478"/>
                    <a:pt x="145519" y="83719"/>
                    <a:pt x="153787" y="83908"/>
                  </a:cubicBezTo>
                  <a:close/>
                  <a:moveTo>
                    <a:pt x="143748" y="90943"/>
                  </a:moveTo>
                  <a:cubicBezTo>
                    <a:pt x="125714" y="78137"/>
                    <a:pt x="99430" y="88055"/>
                    <a:pt x="99430" y="88055"/>
                  </a:cubicBezTo>
                  <a:cubicBezTo>
                    <a:pt x="122759" y="70284"/>
                    <a:pt x="122612" y="41875"/>
                    <a:pt x="122612" y="41875"/>
                  </a:cubicBezTo>
                  <a:cubicBezTo>
                    <a:pt x="92890" y="57105"/>
                    <a:pt x="92725" y="93087"/>
                    <a:pt x="92725" y="93087"/>
                  </a:cubicBezTo>
                  <a:cubicBezTo>
                    <a:pt x="129067" y="103853"/>
                    <a:pt x="143748" y="90943"/>
                    <a:pt x="143748" y="90943"/>
                  </a:cubicBezTo>
                  <a:close/>
                  <a:moveTo>
                    <a:pt x="141696" y="64262"/>
                  </a:moveTo>
                  <a:cubicBezTo>
                    <a:pt x="141696" y="66088"/>
                    <a:pt x="143186" y="67578"/>
                    <a:pt x="145000" y="67578"/>
                  </a:cubicBezTo>
                  <a:cubicBezTo>
                    <a:pt x="146838" y="67578"/>
                    <a:pt x="148328" y="66088"/>
                    <a:pt x="148328" y="64262"/>
                  </a:cubicBezTo>
                  <a:cubicBezTo>
                    <a:pt x="148328" y="62436"/>
                    <a:pt x="146838" y="60946"/>
                    <a:pt x="145000" y="60946"/>
                  </a:cubicBezTo>
                  <a:cubicBezTo>
                    <a:pt x="143186" y="60946"/>
                    <a:pt x="141696" y="62436"/>
                    <a:pt x="141696" y="64262"/>
                  </a:cubicBezTo>
                  <a:close/>
                  <a:moveTo>
                    <a:pt x="149714" y="60769"/>
                  </a:moveTo>
                  <a:lnTo>
                    <a:pt x="174752" y="60409"/>
                  </a:lnTo>
                  <a:cubicBezTo>
                    <a:pt x="166984" y="55737"/>
                    <a:pt x="158471" y="55902"/>
                    <a:pt x="158471" y="55902"/>
                  </a:cubicBezTo>
                  <a:cubicBezTo>
                    <a:pt x="186459" y="47188"/>
                    <a:pt x="194453" y="22229"/>
                    <a:pt x="194453" y="22229"/>
                  </a:cubicBezTo>
                  <a:cubicBezTo>
                    <a:pt x="161305" y="26369"/>
                    <a:pt x="148829" y="60116"/>
                    <a:pt x="148829" y="60116"/>
                  </a:cubicBezTo>
                  <a:cubicBezTo>
                    <a:pt x="149275" y="60440"/>
                    <a:pt x="149299" y="60446"/>
                    <a:pt x="149714" y="60769"/>
                  </a:cubicBezTo>
                  <a:close/>
                  <a:moveTo>
                    <a:pt x="283283" y="62461"/>
                  </a:moveTo>
                  <a:cubicBezTo>
                    <a:pt x="283283" y="60629"/>
                    <a:pt x="281806" y="59145"/>
                    <a:pt x="279961" y="59145"/>
                  </a:cubicBezTo>
                  <a:cubicBezTo>
                    <a:pt x="278135" y="59145"/>
                    <a:pt x="276657" y="60629"/>
                    <a:pt x="276657" y="62461"/>
                  </a:cubicBezTo>
                  <a:cubicBezTo>
                    <a:pt x="276657" y="64281"/>
                    <a:pt x="278135" y="65777"/>
                    <a:pt x="279961" y="65777"/>
                  </a:cubicBezTo>
                  <a:cubicBezTo>
                    <a:pt x="281806" y="65777"/>
                    <a:pt x="283283" y="64281"/>
                    <a:pt x="283283" y="62461"/>
                  </a:cubicBezTo>
                  <a:close/>
                  <a:moveTo>
                    <a:pt x="265708" y="55902"/>
                  </a:moveTo>
                  <a:cubicBezTo>
                    <a:pt x="265708" y="55902"/>
                    <a:pt x="257195" y="55737"/>
                    <a:pt x="249439" y="60409"/>
                  </a:cubicBezTo>
                  <a:lnTo>
                    <a:pt x="274441" y="60769"/>
                  </a:lnTo>
                  <a:cubicBezTo>
                    <a:pt x="274893" y="60446"/>
                    <a:pt x="274893" y="60440"/>
                    <a:pt x="275332" y="60116"/>
                  </a:cubicBezTo>
                  <a:cubicBezTo>
                    <a:pt x="275332" y="60116"/>
                    <a:pt x="262868" y="26369"/>
                    <a:pt x="229726" y="22229"/>
                  </a:cubicBezTo>
                  <a:cubicBezTo>
                    <a:pt x="229726" y="22229"/>
                    <a:pt x="237714" y="47188"/>
                    <a:pt x="265708" y="55902"/>
                  </a:cubicBezTo>
                  <a:close/>
                  <a:moveTo>
                    <a:pt x="211925" y="52061"/>
                  </a:moveTo>
                  <a:cubicBezTo>
                    <a:pt x="214392" y="52061"/>
                    <a:pt x="216371" y="50070"/>
                    <a:pt x="216371" y="47621"/>
                  </a:cubicBezTo>
                  <a:cubicBezTo>
                    <a:pt x="216371" y="45172"/>
                    <a:pt x="214392" y="43188"/>
                    <a:pt x="211925" y="43188"/>
                  </a:cubicBezTo>
                  <a:cubicBezTo>
                    <a:pt x="209482" y="43188"/>
                    <a:pt x="207491" y="45172"/>
                    <a:pt x="207491" y="47621"/>
                  </a:cubicBezTo>
                  <a:cubicBezTo>
                    <a:pt x="207491" y="50070"/>
                    <a:pt x="209482" y="52061"/>
                    <a:pt x="211925" y="52061"/>
                  </a:cubicBezTo>
                  <a:close/>
                  <a:moveTo>
                    <a:pt x="250789" y="54375"/>
                  </a:moveTo>
                  <a:cubicBezTo>
                    <a:pt x="243790" y="38785"/>
                    <a:pt x="220316" y="49484"/>
                    <a:pt x="220316" y="49484"/>
                  </a:cubicBezTo>
                  <a:cubicBezTo>
                    <a:pt x="240077" y="62052"/>
                    <a:pt x="250789" y="54375"/>
                    <a:pt x="250789" y="54375"/>
                  </a:cubicBezTo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5FBEB5D0-5A4A-4C7B-8F61-CE4FF4204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901" y="5176804"/>
            <a:ext cx="1395293" cy="1526773"/>
          </a:xfrm>
          <a:prstGeom prst="rect">
            <a:avLst/>
          </a:prstGeom>
        </p:spPr>
      </p:pic>
      <p:pic>
        <p:nvPicPr>
          <p:cNvPr id="11" name="그림 10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C80398-7808-4CA8-8FB0-4AE9DF8490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42" t="20241" r="20917" b="40723"/>
          <a:stretch/>
        </p:blipFill>
        <p:spPr>
          <a:xfrm>
            <a:off x="10168168" y="5277483"/>
            <a:ext cx="1875552" cy="127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8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9C7BB-D7FF-4F67-A33D-E0630229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CD8EB3-A151-4E7D-B57B-2DB35B3F5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C9DD8B7-E28E-4AF5-8738-87D5D604C7AC}"/>
              </a:ext>
            </a:extLst>
          </p:cNvPr>
          <p:cNvCxnSpPr/>
          <p:nvPr/>
        </p:nvCxnSpPr>
        <p:spPr>
          <a:xfrm>
            <a:off x="896816" y="1081454"/>
            <a:ext cx="8440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03CF29-CBF4-4DE6-BF28-C61C89A0A09E}"/>
              </a:ext>
            </a:extLst>
          </p:cNvPr>
          <p:cNvSpPr txBox="1"/>
          <p:nvPr/>
        </p:nvSpPr>
        <p:spPr>
          <a:xfrm>
            <a:off x="1635370" y="898983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1</a:t>
            </a:r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회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313BB-F4EE-4BF7-8CE2-E2489652DE64}"/>
              </a:ext>
            </a:extLst>
          </p:cNvPr>
          <p:cNvSpPr txBox="1"/>
          <p:nvPr/>
        </p:nvSpPr>
        <p:spPr>
          <a:xfrm>
            <a:off x="4561009" y="1167300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삼성</a:t>
            </a:r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DS</a:t>
            </a:r>
            <a:r>
              <a:rPr lang="en-US" altLang="ko-KR" sz="2000" baseline="30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2</a:t>
            </a:r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과정 </a:t>
            </a:r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Digital Image Processing Challenge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20D40E8-0B1F-4BA3-95AB-B2AEF0D0D52C}"/>
              </a:ext>
            </a:extLst>
          </p:cNvPr>
          <p:cNvCxnSpPr>
            <a:cxnSpLocks/>
          </p:cNvCxnSpPr>
          <p:nvPr/>
        </p:nvCxnSpPr>
        <p:spPr>
          <a:xfrm>
            <a:off x="1635370" y="1367357"/>
            <a:ext cx="28135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81ACF4-6C15-4A3E-AF18-D803560AF83F}"/>
              </a:ext>
            </a:extLst>
          </p:cNvPr>
          <p:cNvSpPr txBox="1"/>
          <p:nvPr/>
        </p:nvSpPr>
        <p:spPr>
          <a:xfrm>
            <a:off x="5812446" y="1469131"/>
            <a:ext cx="6097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Semiconductor </a:t>
            </a:r>
          </a:p>
          <a:p>
            <a:r>
              <a:rPr lang="en-US" altLang="ko-KR" sz="4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Image Processing </a:t>
            </a:r>
          </a:p>
          <a:p>
            <a:r>
              <a:rPr lang="en-US" altLang="ko-KR" sz="4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Challenge</a:t>
            </a:r>
            <a:endParaRPr lang="ko-KR" altLang="en-US" sz="4800" b="1" dirty="0">
              <a:solidFill>
                <a:schemeClr val="accent2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90FD42-E268-4B8D-A976-21D0D3F85E25}"/>
              </a:ext>
            </a:extLst>
          </p:cNvPr>
          <p:cNvCxnSpPr>
            <a:cxnSpLocks/>
          </p:cNvCxnSpPr>
          <p:nvPr/>
        </p:nvCxnSpPr>
        <p:spPr>
          <a:xfrm>
            <a:off x="896816" y="2100049"/>
            <a:ext cx="381659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42F5D2D-FDB4-4C45-86B6-D08335EC08CC}"/>
              </a:ext>
            </a:extLst>
          </p:cNvPr>
          <p:cNvCxnSpPr>
            <a:cxnSpLocks/>
          </p:cNvCxnSpPr>
          <p:nvPr/>
        </p:nvCxnSpPr>
        <p:spPr>
          <a:xfrm>
            <a:off x="896816" y="3122888"/>
            <a:ext cx="48035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99B7D8B-8F0E-4A1B-AF53-091DF19F8F54}"/>
              </a:ext>
            </a:extLst>
          </p:cNvPr>
          <p:cNvCxnSpPr>
            <a:cxnSpLocks/>
          </p:cNvCxnSpPr>
          <p:nvPr/>
        </p:nvCxnSpPr>
        <p:spPr>
          <a:xfrm>
            <a:off x="2113085" y="4306919"/>
            <a:ext cx="2195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C4C763D-91A5-4531-B0AF-BC22FAAE598C}"/>
              </a:ext>
            </a:extLst>
          </p:cNvPr>
          <p:cNvSpPr txBox="1"/>
          <p:nvPr/>
        </p:nvSpPr>
        <p:spPr>
          <a:xfrm>
            <a:off x="4319953" y="4132984"/>
            <a:ext cx="1492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Calibri"/>
                <a:cs typeface="Calibri"/>
                <a:sym typeface="Calibri"/>
              </a:rPr>
              <a:t>삼성</a:t>
            </a:r>
            <a:r>
              <a:rPr lang="en-US" altLang="ko-KR" sz="1600" dirty="0">
                <a:latin typeface="Calibri"/>
                <a:cs typeface="Calibri"/>
                <a:sym typeface="Calibri"/>
              </a:rPr>
              <a:t>DS</a:t>
            </a:r>
            <a:r>
              <a:rPr lang="en-US" altLang="ko-KR" sz="1600" baseline="30000" dirty="0">
                <a:latin typeface="Calibri"/>
                <a:cs typeface="Calibri"/>
                <a:sym typeface="Calibri"/>
              </a:rPr>
              <a:t>2</a:t>
            </a:r>
            <a:r>
              <a:rPr lang="ko-KR" altLang="en-US" sz="1600" dirty="0" err="1">
                <a:latin typeface="Calibri"/>
                <a:cs typeface="Calibri"/>
                <a:sym typeface="Calibri"/>
              </a:rPr>
              <a:t>과정생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57D5DC-D63E-4ECD-A87D-89DA8BCE73C0}"/>
              </a:ext>
            </a:extLst>
          </p:cNvPr>
          <p:cNvSpPr txBox="1"/>
          <p:nvPr/>
        </p:nvSpPr>
        <p:spPr>
          <a:xfrm>
            <a:off x="9527930" y="4132984"/>
            <a:ext cx="16646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To be announced</a:t>
            </a:r>
            <a:endParaRPr lang="ko-KR" altLang="en-US" sz="1600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AA36F16-E9F2-492C-92EA-34EB7E03369D}"/>
              </a:ext>
            </a:extLst>
          </p:cNvPr>
          <p:cNvCxnSpPr>
            <a:cxnSpLocks/>
          </p:cNvCxnSpPr>
          <p:nvPr/>
        </p:nvCxnSpPr>
        <p:spPr>
          <a:xfrm>
            <a:off x="7154008" y="4306919"/>
            <a:ext cx="2195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D44D772-099F-4C1B-A751-5F53674011D9}"/>
              </a:ext>
            </a:extLst>
          </p:cNvPr>
          <p:cNvCxnSpPr>
            <a:cxnSpLocks/>
          </p:cNvCxnSpPr>
          <p:nvPr/>
        </p:nvCxnSpPr>
        <p:spPr>
          <a:xfrm>
            <a:off x="2124807" y="4749466"/>
            <a:ext cx="28604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2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3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Aim of our challenge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3699A5-0830-423D-9A5B-A7DA7C953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03" y="1487448"/>
            <a:ext cx="4353533" cy="43440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E73F6C-31DE-4354-8A00-2D4212533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02" y="1487448"/>
            <a:ext cx="4267796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2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model for degradation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2338449" y="1632235"/>
            <a:ext cx="1813956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4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4547499" y="1324459"/>
            <a:ext cx="1953491" cy="101566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Degradation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PSF: h(x,y)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 blur)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896084" y="1632235"/>
            <a:ext cx="748416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1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8039595" y="1628004"/>
            <a:ext cx="1813956" cy="40857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983" b="-1790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3"/>
          <p:cNvCxnSpPr/>
          <p:nvPr/>
        </p:nvCxnSpPr>
        <p:spPr>
          <a:xfrm>
            <a:off x="3875809" y="1833614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0" name="Google Shape;190;p3"/>
          <p:cNvCxnSpPr/>
          <p:nvPr/>
        </p:nvCxnSpPr>
        <p:spPr>
          <a:xfrm>
            <a:off x="6594748" y="1833614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1" name="Google Shape;191;p3"/>
          <p:cNvCxnSpPr/>
          <p:nvPr/>
        </p:nvCxnSpPr>
        <p:spPr>
          <a:xfrm>
            <a:off x="7713998" y="1833614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2" name="Google Shape;192;p3"/>
          <p:cNvCxnSpPr/>
          <p:nvPr/>
        </p:nvCxnSpPr>
        <p:spPr>
          <a:xfrm rot="-5400000">
            <a:off x="7062343" y="2342767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3" name="Google Shape;193;p3"/>
          <p:cNvSpPr txBox="1"/>
          <p:nvPr/>
        </p:nvSpPr>
        <p:spPr>
          <a:xfrm>
            <a:off x="6400039" y="2653189"/>
            <a:ext cx="1813956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13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-100397" y="5047033"/>
            <a:ext cx="7221682" cy="123059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2369399" y="3705809"/>
            <a:ext cx="1813956" cy="40857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t="-2982" b="-164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4547499" y="3612587"/>
            <a:ext cx="1953491" cy="7078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filter: r(x,y)</a:t>
            </a:r>
            <a:endParaRPr sz="2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6739994" y="3754162"/>
            <a:ext cx="1813956" cy="4001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84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3"/>
          <p:cNvCxnSpPr/>
          <p:nvPr/>
        </p:nvCxnSpPr>
        <p:spPr>
          <a:xfrm>
            <a:off x="3885468" y="3959772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" name="Google Shape;199;p3"/>
          <p:cNvCxnSpPr/>
          <p:nvPr/>
        </p:nvCxnSpPr>
        <p:spPr>
          <a:xfrm>
            <a:off x="6604407" y="3959772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0" name="Google Shape;200;p3"/>
          <p:cNvSpPr txBox="1"/>
          <p:nvPr/>
        </p:nvSpPr>
        <p:spPr>
          <a:xfrm>
            <a:off x="5419457" y="5048930"/>
            <a:ext cx="7221682" cy="123059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387790" cy="2619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8" t="-18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cxnSp>
        <p:nvCxnSpPr>
          <p:cNvPr id="310" name="Google Shape;310;p13"/>
          <p:cNvCxnSpPr/>
          <p:nvPr/>
        </p:nvCxnSpPr>
        <p:spPr>
          <a:xfrm>
            <a:off x="2999392" y="2685769"/>
            <a:ext cx="9746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1" name="Google Shape;311;p13"/>
          <p:cNvSpPr txBox="1"/>
          <p:nvPr/>
        </p:nvSpPr>
        <p:spPr>
          <a:xfrm>
            <a:off x="3241369" y="2685769"/>
            <a:ext cx="9847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we also have degradation?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205" y="863632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88026" y="863632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205" y="3780931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88025" y="3780931"/>
            <a:ext cx="2841171" cy="284205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 txBox="1">
            <a:spLocks noGrp="1"/>
          </p:cNvSpPr>
          <p:nvPr>
            <p:ph type="body" idx="1"/>
          </p:nvPr>
        </p:nvSpPr>
        <p:spPr>
          <a:xfrm>
            <a:off x="838199" y="1609056"/>
            <a:ext cx="10895577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45" t="-1539" r="-612" b="-2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we also have degradation?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4199158" y="2407947"/>
            <a:ext cx="3613212" cy="160896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5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4850557" y="2806509"/>
            <a:ext cx="11045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guess area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6277321" y="2806508"/>
            <a:ext cx="11045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guess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Inverse filtering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3742308" y="3156138"/>
            <a:ext cx="4935985" cy="70570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5"/>
          <p:cNvSpPr txBox="1">
            <a:spLocks noGrp="1"/>
          </p:cNvSpPr>
          <p:nvPr>
            <p:ph type="body" idx="1"/>
          </p:nvPr>
        </p:nvSpPr>
        <p:spPr>
          <a:xfrm>
            <a:off x="952500" y="1633120"/>
            <a:ext cx="10515600" cy="39867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20" t="-168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1665461" y="4478741"/>
            <a:ext cx="9089679" cy="6790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5"/>
          <p:cNvCxnSpPr/>
          <p:nvPr/>
        </p:nvCxnSpPr>
        <p:spPr>
          <a:xfrm rot="10800000" flipH="1">
            <a:off x="8072296" y="5157773"/>
            <a:ext cx="153909" cy="308138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7" name="Google Shape;337;p15"/>
          <p:cNvSpPr txBox="1"/>
          <p:nvPr/>
        </p:nvSpPr>
        <p:spPr>
          <a:xfrm>
            <a:off x="6491650" y="5465911"/>
            <a:ext cx="5355056" cy="730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681" b="-999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 txBox="1">
            <a:spLocks noGrp="1"/>
          </p:cNvSpPr>
          <p:nvPr>
            <p:ph type="body" idx="1"/>
          </p:nvPr>
        </p:nvSpPr>
        <p:spPr>
          <a:xfrm>
            <a:off x="704386" y="117142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Wiener filter: minimum mean-square error filtering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Wiener filter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704386" y="4764744"/>
            <a:ext cx="10515600" cy="19692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20" t="-340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2305894" y="1631387"/>
            <a:ext cx="7046336" cy="601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3078178" y="2773351"/>
            <a:ext cx="5495453" cy="186608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3078178" y="5305453"/>
            <a:ext cx="5495453" cy="71731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6980221" y="6238497"/>
            <a:ext cx="25259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Tunable parameter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6"/>
          <p:cNvCxnSpPr/>
          <p:nvPr/>
        </p:nvCxnSpPr>
        <p:spPr>
          <a:xfrm rot="10800000">
            <a:off x="6971165" y="6002868"/>
            <a:ext cx="63374" cy="252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1" name="Google Shape;35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9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Aim of our challenge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3699A5-0830-423D-9A5B-A7DA7C953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03" y="1487448"/>
            <a:ext cx="4353533" cy="43440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E73F6C-31DE-4354-8A00-2D4212533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02" y="1487448"/>
            <a:ext cx="4267796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67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709" y="3827593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981950" y="5872774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A4881C-C0E1-4373-9859-D500CBC5D1B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405" y="3824473"/>
            <a:ext cx="1781099" cy="1759919"/>
          </a:xfrm>
          <a:prstGeom prst="rect">
            <a:avLst/>
          </a:prstGeom>
        </p:spPr>
      </p:pic>
      <p:sp>
        <p:nvSpPr>
          <p:cNvPr id="65" name="직사각형 64"/>
          <p:cNvSpPr/>
          <p:nvPr/>
        </p:nvSpPr>
        <p:spPr>
          <a:xfrm>
            <a:off x="7925736" y="3750312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Suscep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 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0982" y="3817937"/>
            <a:ext cx="1769550" cy="1753677"/>
          </a:xfrm>
          <a:prstGeom prst="rect">
            <a:avLst/>
          </a:prstGeom>
        </p:spPr>
      </p:pic>
      <p:sp>
        <p:nvSpPr>
          <p:cNvPr id="76" name="직사각형 75"/>
          <p:cNvSpPr/>
          <p:nvPr/>
        </p:nvSpPr>
        <p:spPr>
          <a:xfrm>
            <a:off x="2429898" y="3743777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Local field 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2485" y="1609546"/>
            <a:ext cx="1769550" cy="1753677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069" y="1609546"/>
            <a:ext cx="1781099" cy="1759919"/>
          </a:xfrm>
          <a:prstGeom prst="rect">
            <a:avLst/>
          </a:prstGeom>
        </p:spPr>
      </p:pic>
      <p:sp>
        <p:nvSpPr>
          <p:cNvPr id="79" name="직사각형 78"/>
          <p:cNvSpPr/>
          <p:nvPr/>
        </p:nvSpPr>
        <p:spPr>
          <a:xfrm>
            <a:off x="3690853" y="3421674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Deconvolution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7257009" y="2190876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t>=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81" name="Picture 2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775" y="1626288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직선 화살표 연결선 81"/>
          <p:cNvCxnSpPr/>
          <p:nvPr/>
        </p:nvCxnSpPr>
        <p:spPr>
          <a:xfrm>
            <a:off x="4730550" y="1598875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3692236" y="1211874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직사각형 83"/>
              <p:cNvSpPr/>
              <p:nvPr/>
            </p:nvSpPr>
            <p:spPr>
              <a:xfrm>
                <a:off x="4454235" y="2170940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3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Arial"/>
                        </a:rPr>
                        <m:t>⊗</m:t>
                      </m:r>
                    </m:oMath>
                  </m:oMathPara>
                </a14:m>
                <a:endPara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84" name="직사각형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235" y="2170940"/>
                <a:ext cx="509384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직사각형 84"/>
          <p:cNvSpPr/>
          <p:nvPr/>
        </p:nvSpPr>
        <p:spPr>
          <a:xfrm>
            <a:off x="5151760" y="1552012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Kernel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931401" y="1535386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Local field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distr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746979" y="4223875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-1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7255626" y="4396211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t>=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직사각형 88"/>
              <p:cNvSpPr/>
              <p:nvPr/>
            </p:nvSpPr>
            <p:spPr>
              <a:xfrm>
                <a:off x="4452852" y="4380123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3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Arial"/>
                        </a:rPr>
                        <m:t>⊗</m:t>
                      </m:r>
                    </m:oMath>
                  </m:oMathPara>
                </a14:m>
                <a:endPara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89" name="직사각형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852" y="4380123"/>
                <a:ext cx="509384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직사각형 91"/>
          <p:cNvSpPr/>
          <p:nvPr/>
        </p:nvSpPr>
        <p:spPr>
          <a:xfrm>
            <a:off x="5160073" y="3743661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Kernel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329461" y="1535385"/>
            <a:ext cx="20120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Suscep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distr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853176" y="5692496"/>
            <a:ext cx="7986289" cy="503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Calibri" pitchFamily="34" charset="0"/>
                <a:sym typeface="Arial"/>
              </a:rPr>
              <a:t>Seminconductor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Calibri" pitchFamily="34" charset="0"/>
                <a:sym typeface="Arial"/>
              </a:rPr>
              <a:t> image is generated from </a:t>
            </a:r>
            <a:r>
              <a:rPr lang="en-US" altLang="ko-KR" sz="2000" dirty="0">
                <a:solidFill>
                  <a:prstClr val="black"/>
                </a:solidFill>
                <a:latin typeface="Calibri" pitchFamily="34" charset="0"/>
                <a:ea typeface="맑은 고딕" panose="020B0503020000020004" pitchFamily="50" charset="-127"/>
                <a:cs typeface="Calibri" pitchFamily="34" charset="0"/>
                <a:sym typeface="Arial"/>
              </a:rPr>
              <a:t>input image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Calibri" pitchFamily="34" charset="0"/>
                <a:sym typeface="Arial"/>
              </a:rPr>
              <a:t> by deconvolution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4732713" y="3810039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2D2DED-F61D-4708-9B3F-B9D8D2A523D7}"/>
                  </a:ext>
                </a:extLst>
              </p:cNvPr>
              <p:cNvSpPr txBox="1"/>
              <p:nvPr/>
            </p:nvSpPr>
            <p:spPr>
              <a:xfrm>
                <a:off x="4419327" y="932840"/>
                <a:ext cx="29367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l-GR" altLang="ko-KR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χ</m:t>
                      </m:r>
                      <m:r>
                        <a:rPr kumimoji="0" lang="en-US" altLang="ko-KR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d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measurement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2D2DED-F61D-4708-9B3F-B9D8D2A52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327" y="932840"/>
                <a:ext cx="2936701" cy="369332"/>
              </a:xfrm>
              <a:prstGeom prst="rect">
                <a:avLst/>
              </a:prstGeom>
              <a:blipFill>
                <a:blip r:embed="rId11"/>
                <a:stretch>
                  <a:fillRect l="-1452" r="-622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Google Shape;344;p16">
            <a:extLst>
              <a:ext uri="{FF2B5EF4-FFF2-40B4-BE49-F238E27FC236}">
                <a16:creationId xmlns:a16="http://schemas.microsoft.com/office/drawing/2014/main" id="{609D2B80-D9E8-4EA9-8353-665858A82C4C}"/>
              </a:ext>
            </a:extLst>
          </p:cNvPr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convolution model (PSF/IRF/Kernel)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E746742-39BD-49E4-A513-C2E582247F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4706" y="1622709"/>
            <a:ext cx="1820929" cy="181694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CD0E6E3-E3A3-4E3A-B967-172536FA91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12740" y="1596924"/>
            <a:ext cx="1793630" cy="179763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EBD0A06-A544-4B4F-A298-94445E66C4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4683" y="3791006"/>
            <a:ext cx="1793630" cy="179763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B44D5D7-B349-404B-9AAB-ED94DBA174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5736" y="3807896"/>
            <a:ext cx="1820929" cy="18169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021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6" grpId="0"/>
      <p:bldP spid="79" grpId="0"/>
      <p:bldP spid="87" grpId="0"/>
      <p:bldP spid="88" grpId="0"/>
      <p:bldP spid="89" grpId="0"/>
      <p:bldP spid="92" grpId="0"/>
      <p:bldP spid="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981950" y="5872786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A4881C-C0E1-4373-9859-D500CBC5D1B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405" y="3824485"/>
            <a:ext cx="1781099" cy="1759919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7925736" y="3750324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Suscep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 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982" y="3817949"/>
            <a:ext cx="1769550" cy="1753677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2429898" y="3743789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Local field 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485" y="1609558"/>
            <a:ext cx="1769550" cy="1753677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069" y="1609558"/>
            <a:ext cx="1781099" cy="1759919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3690853" y="3421686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Deconvolution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257009" y="2190888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t>=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36" name="Picture 2"/>
          <p:cNvPicPr preferRelativeResize="0"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775" y="1626300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7" name="직선 화살표 연결선 36"/>
          <p:cNvCxnSpPr/>
          <p:nvPr/>
        </p:nvCxnSpPr>
        <p:spPr>
          <a:xfrm>
            <a:off x="4730550" y="1598887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3692236" y="1211886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/>
              <p:cNvSpPr/>
              <p:nvPr/>
            </p:nvSpPr>
            <p:spPr>
              <a:xfrm>
                <a:off x="4454235" y="2170952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3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Arial"/>
                        </a:rPr>
                        <m:t>⊗</m:t>
                      </m:r>
                    </m:oMath>
                  </m:oMathPara>
                </a14:m>
                <a:endPara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9" name="직사각형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235" y="2170952"/>
                <a:ext cx="509384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직사각형 39"/>
          <p:cNvSpPr/>
          <p:nvPr/>
        </p:nvSpPr>
        <p:spPr>
          <a:xfrm>
            <a:off x="5151760" y="1552024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Dipole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931401" y="1535398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Local field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distr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746979" y="4223887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-1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255626" y="4396223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t>=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/>
              <p:cNvSpPr/>
              <p:nvPr/>
            </p:nvSpPr>
            <p:spPr>
              <a:xfrm>
                <a:off x="4452852" y="4380135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3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Arial"/>
                        </a:rPr>
                        <m:t>⊗</m:t>
                      </m:r>
                    </m:oMath>
                  </m:oMathPara>
                </a14:m>
                <a:endPara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4" name="직사각형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852" y="4380135"/>
                <a:ext cx="509384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직사각형 44"/>
          <p:cNvSpPr/>
          <p:nvPr/>
        </p:nvSpPr>
        <p:spPr>
          <a:xfrm>
            <a:off x="5150377" y="5189549"/>
            <a:ext cx="19944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Dipole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46" name="Picture 2"/>
          <p:cNvPicPr preferRelativeResize="0"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088" y="3817949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직사각형 46"/>
          <p:cNvSpPr/>
          <p:nvPr/>
        </p:nvSpPr>
        <p:spPr>
          <a:xfrm>
            <a:off x="5160073" y="3743673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Dipole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438400" y="1535397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Suscep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distr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4732713" y="3810051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2438400" y="1603683"/>
            <a:ext cx="1795292" cy="176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[final image]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4689765" y="2423658"/>
            <a:ext cx="86400" cy="8611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692236" y="1211886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Multiplication</a:t>
            </a:r>
          </a:p>
        </p:txBody>
      </p:sp>
      <p:cxnSp>
        <p:nvCxnSpPr>
          <p:cNvPr id="54" name="직선 화살표 연결선 53"/>
          <p:cNvCxnSpPr/>
          <p:nvPr/>
        </p:nvCxnSpPr>
        <p:spPr>
          <a:xfrm>
            <a:off x="4730550" y="1593058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2"/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487" y="1611996"/>
            <a:ext cx="1782000" cy="17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직사각형 55"/>
          <p:cNvSpPr>
            <a:spLocks/>
          </p:cNvSpPr>
          <p:nvPr/>
        </p:nvSpPr>
        <p:spPr>
          <a:xfrm>
            <a:off x="7914232" y="1610784"/>
            <a:ext cx="1822743" cy="175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</a:t>
            </a:r>
            <a:r>
              <a:rPr lang="en-US" altLang="ko-KR" dirty="0">
                <a:solidFill>
                  <a:prstClr val="black"/>
                </a:solidFill>
                <a:latin typeface="Calibri" pitchFamily="34" charset="0"/>
                <a:ea typeface="맑은 고딕" panose="020B0503020000020004" pitchFamily="50" charset="-127"/>
                <a:sym typeface="Arial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nput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 image]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57" name="직사각형 56"/>
          <p:cNvSpPr>
            <a:spLocks/>
          </p:cNvSpPr>
          <p:nvPr/>
        </p:nvSpPr>
        <p:spPr>
          <a:xfrm>
            <a:off x="2419519" y="3819984"/>
            <a:ext cx="1822743" cy="175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[Input image]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3690853" y="3421686"/>
            <a:ext cx="2088231" cy="1581310"/>
            <a:chOff x="2166852" y="3962400"/>
            <a:chExt cx="2088231" cy="1581310"/>
          </a:xfrm>
        </p:grpSpPr>
        <p:sp>
          <p:nvSpPr>
            <p:cNvPr id="59" name="직사각형 58"/>
            <p:cNvSpPr/>
            <p:nvPr/>
          </p:nvSpPr>
          <p:spPr>
            <a:xfrm>
              <a:off x="3023452" y="4958935"/>
              <a:ext cx="34336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맑은 고딕" panose="020B0503020000020004" pitchFamily="50" charset="-127"/>
                  <a:cs typeface="Arial"/>
                  <a:sym typeface="Arial"/>
                </a:rPr>
                <a:t>/</a:t>
              </a:r>
              <a:endPara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2166852" y="3962400"/>
              <a:ext cx="208823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맑은 고딕" panose="020B0503020000020004" pitchFamily="50" charset="-127"/>
                  <a:cs typeface="Arial"/>
                  <a:sym typeface="Arial"/>
                </a:rPr>
                <a:t>Division</a:t>
              </a:r>
            </a:p>
          </p:txBody>
        </p:sp>
        <p:cxnSp>
          <p:nvCxnSpPr>
            <p:cNvPr id="61" name="직선 화살표 연결선 60"/>
            <p:cNvCxnSpPr/>
            <p:nvPr/>
          </p:nvCxnSpPr>
          <p:spPr>
            <a:xfrm>
              <a:off x="3208713" y="4350765"/>
              <a:ext cx="0" cy="7200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Picture 2"/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487" y="3822309"/>
            <a:ext cx="1782000" cy="17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직사각형 65"/>
          <p:cNvSpPr/>
          <p:nvPr/>
        </p:nvSpPr>
        <p:spPr>
          <a:xfrm>
            <a:off x="7923673" y="3822309"/>
            <a:ext cx="1795292" cy="176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[Final]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855607" y="5897439"/>
            <a:ext cx="7549503" cy="503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Calibri" pitchFamily="34" charset="0"/>
                <a:sym typeface="Arial"/>
              </a:rPr>
              <a:t>Fourier transform suggests deconvolution requires division by zeros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72" name="Google Shape;344;p16">
            <a:extLst>
              <a:ext uri="{FF2B5EF4-FFF2-40B4-BE49-F238E27FC236}">
                <a16:creationId xmlns:a16="http://schemas.microsoft.com/office/drawing/2014/main" id="{28F35E0B-6F3A-4B76-8D40-15D206E0B98A}"/>
              </a:ext>
            </a:extLst>
          </p:cNvPr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convolution model (PSF/IRF/Kernel)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352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39" grpId="0"/>
      <p:bldP spid="42" grpId="0"/>
      <p:bldP spid="44" grpId="0"/>
      <p:bldP spid="51" grpId="0" animBg="1"/>
      <p:bldP spid="52" grpId="0" animBg="1"/>
      <p:bldP spid="53" grpId="0"/>
      <p:bldP spid="56" grpId="0" animBg="1"/>
      <p:bldP spid="57" grpId="0" animBg="1"/>
      <p:bldP spid="66" grpId="0" animBg="1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t="18845" b="-8"/>
          <a:stretch/>
        </p:blipFill>
        <p:spPr>
          <a:xfrm>
            <a:off x="2114550" y="1175598"/>
            <a:ext cx="7962900" cy="45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-6773" y="0"/>
            <a:ext cx="122004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ko-KR" sz="3200">
                <a:latin typeface="Calibri"/>
                <a:ea typeface="Calibri"/>
                <a:cs typeface="Calibri"/>
                <a:sym typeface="Calibri"/>
              </a:rPr>
              <a:t>Estimation or inversion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t="15966"/>
          <a:stretch/>
        </p:blipFill>
        <p:spPr>
          <a:xfrm>
            <a:off x="2043113" y="1115762"/>
            <a:ext cx="8105775" cy="46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-6773" y="0"/>
            <a:ext cx="122004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ko-KR" sz="3200">
                <a:latin typeface="Calibri"/>
                <a:ea typeface="Calibri"/>
                <a:cs typeface="Calibri"/>
                <a:sym typeface="Calibri"/>
              </a:rPr>
              <a:t>Overdetermined linear equations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8"/>
          <p:cNvPicPr preferRelativeResize="0"/>
          <p:nvPr/>
        </p:nvPicPr>
        <p:blipFill rotWithShape="1">
          <a:blip r:embed="rId3">
            <a:alphaModFix/>
          </a:blip>
          <a:srcRect t="16457"/>
          <a:stretch/>
        </p:blipFill>
        <p:spPr>
          <a:xfrm>
            <a:off x="2128838" y="1077623"/>
            <a:ext cx="7934325" cy="470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-6773" y="0"/>
            <a:ext cx="122004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ko-KR" sz="3200">
                <a:latin typeface="Calibri"/>
                <a:ea typeface="Calibri"/>
                <a:cs typeface="Calibri"/>
                <a:sym typeface="Calibri"/>
              </a:rPr>
              <a:t>Multi-objective least-squares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pic>
        <p:nvPicPr>
          <p:cNvPr id="345" name="Google Shape;345;p39"/>
          <p:cNvPicPr preferRelativeResize="0"/>
          <p:nvPr/>
        </p:nvPicPr>
        <p:blipFill rotWithShape="1">
          <a:blip r:embed="rId3">
            <a:alphaModFix/>
          </a:blip>
          <a:srcRect t="12249"/>
          <a:stretch/>
        </p:blipFill>
        <p:spPr>
          <a:xfrm>
            <a:off x="2200275" y="967611"/>
            <a:ext cx="7791450" cy="49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9"/>
          <p:cNvSpPr txBox="1"/>
          <p:nvPr/>
        </p:nvSpPr>
        <p:spPr>
          <a:xfrm>
            <a:off x="-6773" y="0"/>
            <a:ext cx="122004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ko-KR" sz="3200">
                <a:latin typeface="Calibri"/>
                <a:ea typeface="Calibri"/>
                <a:cs typeface="Calibri"/>
                <a:sym typeface="Calibri"/>
              </a:rPr>
              <a:t>Underdetermined linear equations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pic>
        <p:nvPicPr>
          <p:cNvPr id="358" name="Google Shape;358;p41"/>
          <p:cNvPicPr preferRelativeResize="0"/>
          <p:nvPr/>
        </p:nvPicPr>
        <p:blipFill rotWithShape="1">
          <a:blip r:embed="rId3">
            <a:alphaModFix/>
          </a:blip>
          <a:srcRect t="14412"/>
          <a:stretch/>
        </p:blipFill>
        <p:spPr>
          <a:xfrm>
            <a:off x="2186000" y="1331100"/>
            <a:ext cx="7820025" cy="46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1"/>
          <p:cNvSpPr txBox="1"/>
          <p:nvPr/>
        </p:nvSpPr>
        <p:spPr>
          <a:xfrm>
            <a:off x="-6773" y="0"/>
            <a:ext cx="122004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ko-KR" sz="3200">
                <a:latin typeface="Calibri"/>
                <a:ea typeface="Calibri"/>
                <a:cs typeface="Calibri"/>
                <a:sym typeface="Calibri"/>
              </a:rPr>
              <a:t>Least-norm solution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981950" y="5872786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A4881C-C0E1-4373-9859-D500CBC5D1B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405" y="3824485"/>
            <a:ext cx="1781099" cy="1759919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7925736" y="3750324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Suscep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 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982" y="3817949"/>
            <a:ext cx="1769550" cy="1753677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2429898" y="3743789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Local field 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485" y="1609558"/>
            <a:ext cx="1769550" cy="1753677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069" y="1609558"/>
            <a:ext cx="1781099" cy="1759919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3690853" y="3421686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Deconvolution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257009" y="2190888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t>=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36" name="Picture 2"/>
          <p:cNvPicPr preferRelativeResize="0"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775" y="1626300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7" name="직선 화살표 연결선 36"/>
          <p:cNvCxnSpPr/>
          <p:nvPr/>
        </p:nvCxnSpPr>
        <p:spPr>
          <a:xfrm>
            <a:off x="4730550" y="1598887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3692236" y="1211886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/>
              <p:cNvSpPr/>
              <p:nvPr/>
            </p:nvSpPr>
            <p:spPr>
              <a:xfrm>
                <a:off x="4454235" y="2170952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3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Arial"/>
                        </a:rPr>
                        <m:t>⊗</m:t>
                      </m:r>
                    </m:oMath>
                  </m:oMathPara>
                </a14:m>
                <a:endPara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9" name="직사각형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235" y="2170952"/>
                <a:ext cx="509384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직사각형 39"/>
          <p:cNvSpPr/>
          <p:nvPr/>
        </p:nvSpPr>
        <p:spPr>
          <a:xfrm>
            <a:off x="5151760" y="1552024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Dipole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931401" y="1535398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Local field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distr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746979" y="4223887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-1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255626" y="4396223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/>
                <a:sym typeface="Arial"/>
              </a:rPr>
              <a:t>=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/>
              <p:cNvSpPr/>
              <p:nvPr/>
            </p:nvSpPr>
            <p:spPr>
              <a:xfrm>
                <a:off x="4452852" y="4380135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3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Arial"/>
                        </a:rPr>
                        <m:t>⊗</m:t>
                      </m:r>
                    </m:oMath>
                  </m:oMathPara>
                </a14:m>
                <a:endPara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4" name="직사각형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852" y="4380135"/>
                <a:ext cx="509384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직사각형 44"/>
          <p:cNvSpPr/>
          <p:nvPr/>
        </p:nvSpPr>
        <p:spPr>
          <a:xfrm>
            <a:off x="5150377" y="5189549"/>
            <a:ext cx="19944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Dipole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46" name="Picture 2"/>
          <p:cNvPicPr preferRelativeResize="0"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088" y="3817949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직사각형 46"/>
          <p:cNvSpPr/>
          <p:nvPr/>
        </p:nvSpPr>
        <p:spPr>
          <a:xfrm>
            <a:off x="5160073" y="3743673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Dipole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438400" y="1535397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Suscep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distr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4732713" y="3810051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2438400" y="1603683"/>
            <a:ext cx="1795292" cy="176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[final image]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4689765" y="2423658"/>
            <a:ext cx="86400" cy="8611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692236" y="1211886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rPr>
              <a:t>Multiplication</a:t>
            </a:r>
          </a:p>
        </p:txBody>
      </p:sp>
      <p:cxnSp>
        <p:nvCxnSpPr>
          <p:cNvPr id="54" name="직선 화살표 연결선 53"/>
          <p:cNvCxnSpPr/>
          <p:nvPr/>
        </p:nvCxnSpPr>
        <p:spPr>
          <a:xfrm>
            <a:off x="4730550" y="1593058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2"/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487" y="1611996"/>
            <a:ext cx="1782000" cy="17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직사각형 55"/>
          <p:cNvSpPr>
            <a:spLocks/>
          </p:cNvSpPr>
          <p:nvPr/>
        </p:nvSpPr>
        <p:spPr>
          <a:xfrm>
            <a:off x="7914232" y="1610784"/>
            <a:ext cx="1822743" cy="175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</a:t>
            </a:r>
            <a:r>
              <a:rPr lang="en-US" altLang="ko-KR" dirty="0">
                <a:solidFill>
                  <a:prstClr val="black"/>
                </a:solidFill>
                <a:latin typeface="Calibri" pitchFamily="34" charset="0"/>
                <a:ea typeface="맑은 고딕" panose="020B0503020000020004" pitchFamily="50" charset="-127"/>
                <a:sym typeface="Arial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nput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 image]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57" name="직사각형 56"/>
          <p:cNvSpPr>
            <a:spLocks/>
          </p:cNvSpPr>
          <p:nvPr/>
        </p:nvSpPr>
        <p:spPr>
          <a:xfrm>
            <a:off x="2419519" y="3819984"/>
            <a:ext cx="1822743" cy="175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[Input image]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3690853" y="3421686"/>
            <a:ext cx="2088231" cy="1581310"/>
            <a:chOff x="2166852" y="3962400"/>
            <a:chExt cx="2088231" cy="1581310"/>
          </a:xfrm>
        </p:grpSpPr>
        <p:sp>
          <p:nvSpPr>
            <p:cNvPr id="59" name="직사각형 58"/>
            <p:cNvSpPr/>
            <p:nvPr/>
          </p:nvSpPr>
          <p:spPr>
            <a:xfrm>
              <a:off x="3023452" y="4958935"/>
              <a:ext cx="34336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맑은 고딕" panose="020B0503020000020004" pitchFamily="50" charset="-127"/>
                  <a:cs typeface="Arial"/>
                  <a:sym typeface="Arial"/>
                </a:rPr>
                <a:t>/</a:t>
              </a:r>
              <a:endPara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2166852" y="3962400"/>
              <a:ext cx="208823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맑은 고딕" panose="020B0503020000020004" pitchFamily="50" charset="-127"/>
                  <a:cs typeface="Arial"/>
                  <a:sym typeface="Arial"/>
                </a:rPr>
                <a:t>Division</a:t>
              </a:r>
            </a:p>
          </p:txBody>
        </p:sp>
        <p:cxnSp>
          <p:nvCxnSpPr>
            <p:cNvPr id="61" name="직선 화살표 연결선 60"/>
            <p:cNvCxnSpPr/>
            <p:nvPr/>
          </p:nvCxnSpPr>
          <p:spPr>
            <a:xfrm>
              <a:off x="3208713" y="4350765"/>
              <a:ext cx="0" cy="7200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Picture 2"/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487" y="3822309"/>
            <a:ext cx="1782000" cy="17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직사각형 65"/>
          <p:cNvSpPr/>
          <p:nvPr/>
        </p:nvSpPr>
        <p:spPr>
          <a:xfrm>
            <a:off x="7923673" y="3822309"/>
            <a:ext cx="1795292" cy="176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Fourier Transform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  <a:sym typeface="Arial"/>
              </a:rPr>
              <a:t>[Final]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855607" y="5897439"/>
            <a:ext cx="7549503" cy="503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Calibri" pitchFamily="34" charset="0"/>
                <a:sym typeface="Arial"/>
              </a:rPr>
              <a:t>Fourier transform suggests deconvolution requires division by zeros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72" name="Google Shape;344;p16">
            <a:extLst>
              <a:ext uri="{FF2B5EF4-FFF2-40B4-BE49-F238E27FC236}">
                <a16:creationId xmlns:a16="http://schemas.microsoft.com/office/drawing/2014/main" id="{28F35E0B-6F3A-4B76-8D40-15D206E0B98A}"/>
              </a:ext>
            </a:extLst>
          </p:cNvPr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convolution model (PSF/IRF/Kernel)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178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39" grpId="0"/>
      <p:bldP spid="42" grpId="0"/>
      <p:bldP spid="44" grpId="0"/>
      <p:bldP spid="51" grpId="0" animBg="1"/>
      <p:bldP spid="52" grpId="0" animBg="1"/>
      <p:bldP spid="53" grpId="0"/>
      <p:bldP spid="56" grpId="0" animBg="1"/>
      <p:bldP spid="57" grpId="0" animBg="1"/>
      <p:bldP spid="66" grpId="0" animBg="1"/>
      <p:bldP spid="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679690" y="1245207"/>
            <a:ext cx="630358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Multiple orientation data</a:t>
            </a: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Remove zeros using three or more orientation data</a:t>
            </a: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Calibri" pitchFamily="34" charset="0"/>
              <a:sym typeface="Arial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Calibri" pitchFamily="34" charset="0"/>
              <a:sym typeface="Arial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Calibri" pitchFamily="34" charset="0"/>
              <a:sym typeface="Arial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79690" y="5142363"/>
            <a:ext cx="8590751" cy="112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Calibri" pitchFamily="34" charset="0"/>
              <a:sym typeface="Arial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Single orientation data</a:t>
            </a: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k-space threshold (TKD), regularization using L2 norm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etc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…</a:t>
            </a:r>
          </a:p>
        </p:txBody>
      </p:sp>
      <p:sp>
        <p:nvSpPr>
          <p:cNvPr id="15" name="Google Shape;344;p16">
            <a:extLst>
              <a:ext uri="{FF2B5EF4-FFF2-40B4-BE49-F238E27FC236}">
                <a16:creationId xmlns:a16="http://schemas.microsoft.com/office/drawing/2014/main" id="{4C33C4DA-A891-4D38-AC99-DF68AAB285FB}"/>
              </a:ext>
            </a:extLst>
          </p:cNvPr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solutions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5EA5AA2-62DB-4A52-890B-06B2E40DFF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48"/>
          <a:stretch/>
        </p:blipFill>
        <p:spPr>
          <a:xfrm>
            <a:off x="3481755" y="2161760"/>
            <a:ext cx="1462314" cy="2980603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FB8DE0C7-1BD9-4E80-9168-F6EE55541324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84" y="2283241"/>
            <a:ext cx="1393901" cy="136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B9AE5972-53B4-42C7-A965-54E866956598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509661" y="3719531"/>
            <a:ext cx="1337947" cy="139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98BD0AB-941F-417D-8B9A-1B5F5F029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022" y="2913032"/>
            <a:ext cx="1463260" cy="14600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628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62110" y="4141192"/>
            <a:ext cx="1412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Single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48" y="3994657"/>
            <a:ext cx="23830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Deep neural network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(Your choice)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2609" y="4110494"/>
            <a:ext cx="15607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Ground truth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68" name="오른쪽 화살표 67"/>
          <p:cNvSpPr/>
          <p:nvPr/>
        </p:nvSpPr>
        <p:spPr>
          <a:xfrm>
            <a:off x="3879756" y="3125050"/>
            <a:ext cx="720080" cy="433922"/>
          </a:xfrm>
          <a:prstGeom prst="rightArrow">
            <a:avLst>
              <a:gd name="adj1" fmla="val 38970"/>
              <a:gd name="adj2" fmla="val 4616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69" name="오른쪽 화살표 68"/>
          <p:cNvSpPr/>
          <p:nvPr/>
        </p:nvSpPr>
        <p:spPr>
          <a:xfrm>
            <a:off x="7710846" y="3125829"/>
            <a:ext cx="720080" cy="433922"/>
          </a:xfrm>
          <a:prstGeom prst="rightArrow">
            <a:avLst>
              <a:gd name="adj1" fmla="val 38970"/>
              <a:gd name="adj2" fmla="val 4616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grpSp>
        <p:nvGrpSpPr>
          <p:cNvPr id="62" name="그룹 61"/>
          <p:cNvGrpSpPr>
            <a:grpSpLocks noChangeAspect="1"/>
          </p:cNvGrpSpPr>
          <p:nvPr/>
        </p:nvGrpSpPr>
        <p:grpSpPr>
          <a:xfrm>
            <a:off x="4984443" y="2765710"/>
            <a:ext cx="2266823" cy="1077121"/>
            <a:chOff x="-1197479" y="1417414"/>
            <a:chExt cx="12373900" cy="3421374"/>
          </a:xfrm>
        </p:grpSpPr>
        <p:sp>
          <p:nvSpPr>
            <p:cNvPr id="63" name="정육면체 62"/>
            <p:cNvSpPr/>
            <p:nvPr/>
          </p:nvSpPr>
          <p:spPr>
            <a:xfrm>
              <a:off x="-1197479" y="1732620"/>
              <a:ext cx="1080120" cy="3106168"/>
            </a:xfrm>
            <a:prstGeom prst="cube">
              <a:avLst>
                <a:gd name="adj" fmla="val 94830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64" name="정육면체 63"/>
            <p:cNvSpPr/>
            <p:nvPr/>
          </p:nvSpPr>
          <p:spPr>
            <a:xfrm>
              <a:off x="-1015363" y="1729585"/>
              <a:ext cx="1080120" cy="3106168"/>
            </a:xfrm>
            <a:prstGeom prst="cube">
              <a:avLst>
                <a:gd name="adj" fmla="val 94830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65" name="정육면체 64"/>
            <p:cNvSpPr/>
            <p:nvPr/>
          </p:nvSpPr>
          <p:spPr>
            <a:xfrm>
              <a:off x="-375076" y="2588056"/>
              <a:ext cx="544212" cy="1624593"/>
            </a:xfrm>
            <a:prstGeom prst="cube">
              <a:avLst>
                <a:gd name="adj" fmla="val 9063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66" name="정육면체 65"/>
            <p:cNvSpPr/>
            <p:nvPr/>
          </p:nvSpPr>
          <p:spPr>
            <a:xfrm>
              <a:off x="3500264" y="3297565"/>
              <a:ext cx="936104" cy="206792"/>
            </a:xfrm>
            <a:prstGeom prst="cube">
              <a:avLst>
                <a:gd name="adj" fmla="val 42625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67" name="정육면체 66"/>
            <p:cNvSpPr/>
            <p:nvPr/>
          </p:nvSpPr>
          <p:spPr>
            <a:xfrm>
              <a:off x="4459228" y="3296956"/>
              <a:ext cx="936104" cy="206792"/>
            </a:xfrm>
            <a:prstGeom prst="cube">
              <a:avLst>
                <a:gd name="adj" fmla="val 42625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0" name="정육면체 69"/>
            <p:cNvSpPr/>
            <p:nvPr/>
          </p:nvSpPr>
          <p:spPr>
            <a:xfrm>
              <a:off x="5463478" y="3215051"/>
              <a:ext cx="562842" cy="380333"/>
            </a:xfrm>
            <a:prstGeom prst="cube">
              <a:avLst>
                <a:gd name="adj" fmla="val 42625"/>
              </a:avLst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1" name="정육면체 70"/>
            <p:cNvSpPr/>
            <p:nvPr/>
          </p:nvSpPr>
          <p:spPr>
            <a:xfrm>
              <a:off x="5861014" y="3215557"/>
              <a:ext cx="562842" cy="380333"/>
            </a:xfrm>
            <a:prstGeom prst="cube">
              <a:avLst>
                <a:gd name="adj" fmla="val 42625"/>
              </a:avLst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2" name="정육면체 71"/>
            <p:cNvSpPr/>
            <p:nvPr/>
          </p:nvSpPr>
          <p:spPr>
            <a:xfrm>
              <a:off x="6370246" y="3215557"/>
              <a:ext cx="562842" cy="380333"/>
            </a:xfrm>
            <a:prstGeom prst="cube">
              <a:avLst>
                <a:gd name="adj" fmla="val 42625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3" name="정육면체 72"/>
            <p:cNvSpPr/>
            <p:nvPr/>
          </p:nvSpPr>
          <p:spPr>
            <a:xfrm>
              <a:off x="6892016" y="3214187"/>
              <a:ext cx="562842" cy="380333"/>
            </a:xfrm>
            <a:prstGeom prst="cube">
              <a:avLst>
                <a:gd name="adj" fmla="val 42625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4" name="정육면체 73"/>
            <p:cNvSpPr/>
            <p:nvPr/>
          </p:nvSpPr>
          <p:spPr>
            <a:xfrm>
              <a:off x="7416748" y="2948461"/>
              <a:ext cx="502548" cy="907882"/>
            </a:xfrm>
            <a:prstGeom prst="cube">
              <a:avLst>
                <a:gd name="adj" fmla="val 58852"/>
              </a:avLst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5" name="정육면체 74"/>
            <p:cNvSpPr/>
            <p:nvPr/>
          </p:nvSpPr>
          <p:spPr>
            <a:xfrm>
              <a:off x="7621386" y="2948461"/>
              <a:ext cx="502548" cy="907882"/>
            </a:xfrm>
            <a:prstGeom prst="cube">
              <a:avLst>
                <a:gd name="adj" fmla="val 58852"/>
              </a:avLst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6" name="정육면체 75"/>
            <p:cNvSpPr/>
            <p:nvPr/>
          </p:nvSpPr>
          <p:spPr>
            <a:xfrm>
              <a:off x="7948860" y="2946057"/>
              <a:ext cx="502548" cy="907882"/>
            </a:xfrm>
            <a:prstGeom prst="cube">
              <a:avLst>
                <a:gd name="adj" fmla="val 58852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7" name="정육면체 76"/>
            <p:cNvSpPr/>
            <p:nvPr/>
          </p:nvSpPr>
          <p:spPr>
            <a:xfrm>
              <a:off x="8280350" y="2945432"/>
              <a:ext cx="502548" cy="907882"/>
            </a:xfrm>
            <a:prstGeom prst="cube">
              <a:avLst>
                <a:gd name="adj" fmla="val 58852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8" name="정육면체 77"/>
            <p:cNvSpPr/>
            <p:nvPr/>
          </p:nvSpPr>
          <p:spPr>
            <a:xfrm>
              <a:off x="8687876" y="2590436"/>
              <a:ext cx="648072" cy="1625812"/>
            </a:xfrm>
            <a:prstGeom prst="cube">
              <a:avLst>
                <a:gd name="adj" fmla="val 82327"/>
              </a:avLst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79" name="정육면체 78"/>
            <p:cNvSpPr/>
            <p:nvPr/>
          </p:nvSpPr>
          <p:spPr>
            <a:xfrm>
              <a:off x="8785036" y="2590436"/>
              <a:ext cx="648072" cy="1625812"/>
            </a:xfrm>
            <a:prstGeom prst="cube">
              <a:avLst>
                <a:gd name="adj" fmla="val 82327"/>
              </a:avLst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0" name="정육면체 79"/>
            <p:cNvSpPr/>
            <p:nvPr/>
          </p:nvSpPr>
          <p:spPr>
            <a:xfrm>
              <a:off x="9006780" y="2592817"/>
              <a:ext cx="648072" cy="1625812"/>
            </a:xfrm>
            <a:prstGeom prst="cube">
              <a:avLst>
                <a:gd name="adj" fmla="val 82327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1" name="정육면체 80"/>
            <p:cNvSpPr/>
            <p:nvPr/>
          </p:nvSpPr>
          <p:spPr>
            <a:xfrm>
              <a:off x="9229722" y="2592941"/>
              <a:ext cx="648072" cy="1625812"/>
            </a:xfrm>
            <a:prstGeom prst="cube">
              <a:avLst>
                <a:gd name="adj" fmla="val 82327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2" name="정육면체 81"/>
            <p:cNvSpPr/>
            <p:nvPr/>
          </p:nvSpPr>
          <p:spPr>
            <a:xfrm>
              <a:off x="9719205" y="1729585"/>
              <a:ext cx="1080120" cy="3106168"/>
            </a:xfrm>
            <a:prstGeom prst="cube">
              <a:avLst>
                <a:gd name="adj" fmla="val 94830"/>
              </a:avLst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3" name="정육면체 82"/>
            <p:cNvSpPr/>
            <p:nvPr/>
          </p:nvSpPr>
          <p:spPr>
            <a:xfrm>
              <a:off x="9768018" y="1729585"/>
              <a:ext cx="1080120" cy="3106168"/>
            </a:xfrm>
            <a:prstGeom prst="cube">
              <a:avLst>
                <a:gd name="adj" fmla="val 94830"/>
              </a:avLst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4" name="정육면체 83"/>
            <p:cNvSpPr/>
            <p:nvPr/>
          </p:nvSpPr>
          <p:spPr>
            <a:xfrm>
              <a:off x="9931077" y="1729585"/>
              <a:ext cx="1080120" cy="3106168"/>
            </a:xfrm>
            <a:prstGeom prst="cube">
              <a:avLst>
                <a:gd name="adj" fmla="val 94830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5" name="정육면체 84"/>
            <p:cNvSpPr/>
            <p:nvPr/>
          </p:nvSpPr>
          <p:spPr>
            <a:xfrm>
              <a:off x="-202260" y="2586837"/>
              <a:ext cx="648072" cy="1625812"/>
            </a:xfrm>
            <a:prstGeom prst="cube">
              <a:avLst>
                <a:gd name="adj" fmla="val 82327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6" name="정육면체 85"/>
            <p:cNvSpPr/>
            <p:nvPr/>
          </p:nvSpPr>
          <p:spPr>
            <a:xfrm>
              <a:off x="10096301" y="1725431"/>
              <a:ext cx="1080120" cy="3106168"/>
            </a:xfrm>
            <a:prstGeom prst="cube">
              <a:avLst>
                <a:gd name="adj" fmla="val 94830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7" name="정육면체 86"/>
            <p:cNvSpPr/>
            <p:nvPr/>
          </p:nvSpPr>
          <p:spPr>
            <a:xfrm>
              <a:off x="35496" y="2590436"/>
              <a:ext cx="648072" cy="1625812"/>
            </a:xfrm>
            <a:prstGeom prst="cube">
              <a:avLst>
                <a:gd name="adj" fmla="val 82327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8" name="정육면체 87"/>
            <p:cNvSpPr/>
            <p:nvPr/>
          </p:nvSpPr>
          <p:spPr>
            <a:xfrm>
              <a:off x="559308" y="2947020"/>
              <a:ext cx="389736" cy="907882"/>
            </a:xfrm>
            <a:prstGeom prst="cube">
              <a:avLst>
                <a:gd name="adj" fmla="val 70596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89" name="정육면체 88"/>
            <p:cNvSpPr/>
            <p:nvPr/>
          </p:nvSpPr>
          <p:spPr>
            <a:xfrm>
              <a:off x="797104" y="2945802"/>
              <a:ext cx="502548" cy="907882"/>
            </a:xfrm>
            <a:prstGeom prst="cube">
              <a:avLst>
                <a:gd name="adj" fmla="val 58852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0" name="정육면체 89"/>
            <p:cNvSpPr/>
            <p:nvPr/>
          </p:nvSpPr>
          <p:spPr>
            <a:xfrm>
              <a:off x="1149524" y="2948461"/>
              <a:ext cx="502548" cy="907882"/>
            </a:xfrm>
            <a:prstGeom prst="cube">
              <a:avLst>
                <a:gd name="adj" fmla="val 58852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1" name="정육면체 90"/>
            <p:cNvSpPr/>
            <p:nvPr/>
          </p:nvSpPr>
          <p:spPr>
            <a:xfrm>
              <a:off x="1547664" y="3210794"/>
              <a:ext cx="353654" cy="380333"/>
            </a:xfrm>
            <a:prstGeom prst="cube">
              <a:avLst>
                <a:gd name="adj" fmla="val 42625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2" name="정육면체 91"/>
            <p:cNvSpPr/>
            <p:nvPr/>
          </p:nvSpPr>
          <p:spPr>
            <a:xfrm>
              <a:off x="1858556" y="3202609"/>
              <a:ext cx="562842" cy="380333"/>
            </a:xfrm>
            <a:prstGeom prst="cube">
              <a:avLst>
                <a:gd name="adj" fmla="val 42625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3" name="정육면체 92"/>
            <p:cNvSpPr/>
            <p:nvPr/>
          </p:nvSpPr>
          <p:spPr>
            <a:xfrm>
              <a:off x="2370946" y="3202608"/>
              <a:ext cx="562842" cy="380333"/>
            </a:xfrm>
            <a:prstGeom prst="cube">
              <a:avLst>
                <a:gd name="adj" fmla="val 42625"/>
              </a:avLst>
            </a:prstGeom>
            <a:solidFill>
              <a:srgbClr val="FF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4" name="정육면체 93"/>
            <p:cNvSpPr/>
            <p:nvPr/>
          </p:nvSpPr>
          <p:spPr>
            <a:xfrm>
              <a:off x="2950488" y="3296347"/>
              <a:ext cx="513431" cy="206792"/>
            </a:xfrm>
            <a:prstGeom prst="cube">
              <a:avLst>
                <a:gd name="adj" fmla="val 42625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2652367" y="2904500"/>
              <a:ext cx="3575817" cy="54000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6" name="아래쪽 화살표 95"/>
            <p:cNvSpPr/>
            <p:nvPr/>
          </p:nvSpPr>
          <p:spPr>
            <a:xfrm>
              <a:off x="6153608" y="2905850"/>
              <a:ext cx="100800" cy="244061"/>
            </a:xfrm>
            <a:prstGeom prst="down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652367" y="2905851"/>
              <a:ext cx="45719" cy="235117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1547664" y="2614055"/>
              <a:ext cx="6444277" cy="54595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99" name="아래쪽 화살표 98"/>
            <p:cNvSpPr/>
            <p:nvPr/>
          </p:nvSpPr>
          <p:spPr>
            <a:xfrm>
              <a:off x="7941541" y="2613024"/>
              <a:ext cx="100800" cy="244061"/>
            </a:xfrm>
            <a:prstGeom prst="down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1547664" y="2615406"/>
              <a:ext cx="45719" cy="235117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626459" y="2266408"/>
              <a:ext cx="8764537" cy="54595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02" name="아래쪽 화살표 101"/>
            <p:cNvSpPr/>
            <p:nvPr/>
          </p:nvSpPr>
          <p:spPr>
            <a:xfrm>
              <a:off x="9340596" y="2265406"/>
              <a:ext cx="100800" cy="244061"/>
            </a:xfrm>
            <a:prstGeom prst="down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626459" y="2267759"/>
              <a:ext cx="45719" cy="235117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35496" y="1418766"/>
              <a:ext cx="45719" cy="235117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05" name="아래쪽 화살표 104"/>
            <p:cNvSpPr/>
            <p:nvPr/>
          </p:nvSpPr>
          <p:spPr>
            <a:xfrm>
              <a:off x="10647337" y="1450876"/>
              <a:ext cx="100800" cy="244061"/>
            </a:xfrm>
            <a:prstGeom prst="down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35495" y="1417414"/>
              <a:ext cx="10687241" cy="54000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107" name="직사각형 106"/>
          <p:cNvSpPr/>
          <p:nvPr/>
        </p:nvSpPr>
        <p:spPr>
          <a:xfrm>
            <a:off x="4865111" y="2674269"/>
            <a:ext cx="2511496" cy="1283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8031CE-517D-43AA-B319-5B877CD3CF38}"/>
              </a:ext>
            </a:extLst>
          </p:cNvPr>
          <p:cNvSpPr/>
          <p:nvPr/>
        </p:nvSpPr>
        <p:spPr>
          <a:xfrm>
            <a:off x="646340" y="1190930"/>
            <a:ext cx="25446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Neural network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14" name="Google Shape;344;p16">
            <a:extLst>
              <a:ext uri="{FF2B5EF4-FFF2-40B4-BE49-F238E27FC236}">
                <a16:creationId xmlns:a16="http://schemas.microsoft.com/office/drawing/2014/main" id="{B872FFB9-DE60-46DB-A094-DAAF7506F1C9}"/>
              </a:ext>
            </a:extLst>
          </p:cNvPr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solutions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3A41B308-DC33-46A9-870F-4AC8D8002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117" y="2343559"/>
            <a:ext cx="1820929" cy="1816944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894D2743-A9E8-4B98-972B-A389C3BD0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174" y="2343559"/>
            <a:ext cx="1793630" cy="179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8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67"/>
    </mc:Choice>
    <mc:Fallback xmlns="">
      <p:transition spd="slow" advTm="4516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>
            <a:extLst>
              <a:ext uri="{FF2B5EF4-FFF2-40B4-BE49-F238E27FC236}">
                <a16:creationId xmlns:a16="http://schemas.microsoft.com/office/drawing/2014/main" id="{F83DFA32-51C0-470B-BA07-6604B1B22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56" y="92647"/>
            <a:ext cx="9904865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굴림" pitchFamily="50" charset="-127"/>
                <a:cs typeface="Calibri" charset="0"/>
                <a:sym typeface="Arial"/>
              </a:rPr>
              <a:t>How do you implement?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D40B180-CACD-4B29-8DEE-17B5B06A8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2" y="1179178"/>
            <a:ext cx="4615524" cy="11313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A1871D-6EA2-4A41-AF7C-D9000BA09338}"/>
                  </a:ext>
                </a:extLst>
              </p:cNvPr>
              <p:cNvSpPr txBox="1"/>
              <p:nvPr/>
            </p:nvSpPr>
            <p:spPr>
              <a:xfrm>
                <a:off x="2055022" y="3088174"/>
                <a:ext cx="11487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Y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 = </m:t>
                      </m:r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AX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A1871D-6EA2-4A41-AF7C-D9000BA09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022" y="3088174"/>
                <a:ext cx="1148776" cy="369332"/>
              </a:xfrm>
              <a:prstGeom prst="rect">
                <a:avLst/>
              </a:prstGeom>
              <a:blipFill>
                <a:blip r:embed="rId6"/>
                <a:stretch>
                  <a:fillRect l="-5820" r="-5820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F0B2771-3DD9-489A-9CFD-CB7629FE8F60}"/>
              </a:ext>
            </a:extLst>
          </p:cNvPr>
          <p:cNvCxnSpPr>
            <a:cxnSpLocks/>
          </p:cNvCxnSpPr>
          <p:nvPr/>
        </p:nvCxnSpPr>
        <p:spPr>
          <a:xfrm flipH="1">
            <a:off x="2308479" y="2301823"/>
            <a:ext cx="1606080" cy="798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20035F1-0F60-4581-B15D-5E73A279C896}"/>
              </a:ext>
            </a:extLst>
          </p:cNvPr>
          <p:cNvCxnSpPr>
            <a:cxnSpLocks/>
          </p:cNvCxnSpPr>
          <p:nvPr/>
        </p:nvCxnSpPr>
        <p:spPr>
          <a:xfrm>
            <a:off x="1759548" y="2241458"/>
            <a:ext cx="1351971" cy="84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E055DC5-6126-4ACA-ABB3-9854306DA734}"/>
              </a:ext>
            </a:extLst>
          </p:cNvPr>
          <p:cNvCxnSpPr>
            <a:cxnSpLocks/>
          </p:cNvCxnSpPr>
          <p:nvPr/>
        </p:nvCxnSpPr>
        <p:spPr>
          <a:xfrm>
            <a:off x="2864614" y="2310493"/>
            <a:ext cx="5136" cy="78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D95C18B-2323-4F83-9093-BFB78920EDB1}"/>
                  </a:ext>
                </a:extLst>
              </p:cNvPr>
              <p:cNvSpPr/>
              <p:nvPr/>
            </p:nvSpPr>
            <p:spPr>
              <a:xfrm>
                <a:off x="3730991" y="2371734"/>
                <a:ext cx="7194149" cy="16961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Y</m:t>
                    </m:r>
                    <m:r>
                      <a:rPr kumimoji="0" lang="en-US" altLang="ko-KR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 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Input 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we measured it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A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Kernel 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we know shape but has lots of zeros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X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Output</a:t>
                </a:r>
                <a:r>
                  <a:rPr kumimoji="0" lang="en-US" altLang="ko-KR" sz="20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what we want to know</a:t>
                </a:r>
              </a:p>
            </p:txBody>
          </p:sp>
        </mc:Choice>
        <mc:Fallback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D95C18B-2323-4F83-9093-BFB78920ED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991" y="2371734"/>
                <a:ext cx="7194149" cy="1696105"/>
              </a:xfrm>
              <a:prstGeom prst="rect">
                <a:avLst/>
              </a:prstGeom>
              <a:blipFill>
                <a:blip r:embed="rId7"/>
                <a:stretch>
                  <a:fillRect l="-169" b="-75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40AFDD6-0248-458E-A54D-3337F07D1915}"/>
                  </a:ext>
                </a:extLst>
              </p:cNvPr>
              <p:cNvSpPr txBox="1"/>
              <p:nvPr/>
            </p:nvSpPr>
            <p:spPr>
              <a:xfrm>
                <a:off x="2046930" y="4167206"/>
                <a:ext cx="1308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X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sSup>
                        <m:sSupPr>
                          <m:ctrlP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altLang="ko-KR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  <m:t>A</m:t>
                          </m:r>
                        </m:e>
                        <m:sup>
                          <m: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Y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40AFDD6-0248-458E-A54D-3337F07D1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930" y="4167206"/>
                <a:ext cx="1308948" cy="369332"/>
              </a:xfrm>
              <a:prstGeom prst="rect">
                <a:avLst/>
              </a:prstGeom>
              <a:blipFill>
                <a:blip r:embed="rId8"/>
                <a:stretch>
                  <a:fillRect l="-5116" t="-1667" r="-5116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893F7C7A-69DA-499B-8A2B-AC5DBECD144B}"/>
                  </a:ext>
                </a:extLst>
              </p:cNvPr>
              <p:cNvSpPr/>
              <p:nvPr/>
            </p:nvSpPr>
            <p:spPr>
              <a:xfrm>
                <a:off x="3698623" y="4167206"/>
                <a:ext cx="26448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Nope!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A</m:t>
                    </m:r>
                  </m:oMath>
                </a14:m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 is not full rank </a:t>
                </a:r>
                <a:endPara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893F7C7A-69DA-499B-8A2B-AC5DBECD14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623" y="4167206"/>
                <a:ext cx="2644827" cy="400110"/>
              </a:xfrm>
              <a:prstGeom prst="rect">
                <a:avLst/>
              </a:prstGeom>
              <a:blipFill>
                <a:blip r:embed="rId9"/>
                <a:stretch>
                  <a:fillRect l="-2535" t="-9231" r="-1382" b="-2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AFEEB9-8906-4FE7-BE6C-91F6DA8846FD}"/>
                  </a:ext>
                </a:extLst>
              </p:cNvPr>
              <p:cNvSpPr txBox="1"/>
              <p:nvPr/>
            </p:nvSpPr>
            <p:spPr>
              <a:xfrm>
                <a:off x="1759548" y="5124926"/>
                <a:ext cx="1681614" cy="478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X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"/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Y</m:t>
                              </m:r>
                            </m:e>
                          </m:d>
                          <m:d>
                            <m:dPr>
                              <m:begChr m:val=""/>
                              <m:endChr m:val="‖"/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AX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AFEEB9-8906-4FE7-BE6C-91F6DA884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548" y="5124926"/>
                <a:ext cx="1681614" cy="478785"/>
              </a:xfrm>
              <a:prstGeom prst="rect">
                <a:avLst/>
              </a:prstGeom>
              <a:blipFill>
                <a:blip r:embed="rId10"/>
                <a:stretch>
                  <a:fillRect l="-3636" t="-135897" r="-42182" b="-178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직사각형 46">
            <a:extLst>
              <a:ext uri="{FF2B5EF4-FFF2-40B4-BE49-F238E27FC236}">
                <a16:creationId xmlns:a16="http://schemas.microsoft.com/office/drawing/2014/main" id="{5CAD263F-060C-4475-90BF-652D8BE6646A}"/>
              </a:ext>
            </a:extLst>
          </p:cNvPr>
          <p:cNvSpPr/>
          <p:nvPr/>
        </p:nvSpPr>
        <p:spPr>
          <a:xfrm>
            <a:off x="3424978" y="5135012"/>
            <a:ext cx="2542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+  regularization term  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05ED32A-9775-47A9-945E-4D52547F4900}"/>
                  </a:ext>
                </a:extLst>
              </p:cNvPr>
              <p:cNvSpPr/>
              <p:nvPr/>
            </p:nvSpPr>
            <p:spPr>
              <a:xfrm>
                <a:off x="4129098" y="3920304"/>
                <a:ext cx="13968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05ED32A-9775-47A9-945E-4D52547F49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098" y="3920304"/>
                <a:ext cx="1396857" cy="369332"/>
              </a:xfrm>
              <a:prstGeom prst="rect">
                <a:avLst/>
              </a:prstGeom>
              <a:blipFill>
                <a:blip r:embed="rId11"/>
                <a:stretch>
                  <a:fillRect t="-8197" r="-1310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F83EA8E-43EF-43C2-8429-F5AE9DF4B245}"/>
                  </a:ext>
                </a:extLst>
              </p:cNvPr>
              <p:cNvSpPr/>
              <p:nvPr/>
            </p:nvSpPr>
            <p:spPr>
              <a:xfrm>
                <a:off x="4128934" y="2804661"/>
                <a:ext cx="32764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  <m:r>
                      <a:rPr kumimoji="0" lang="en-US" altLang="ko-KR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×</m:t>
                    </m:r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size image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F83EA8E-43EF-43C2-8429-F5AE9DF4B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34" y="2804661"/>
                <a:ext cx="3276410" cy="369332"/>
              </a:xfrm>
              <a:prstGeom prst="rect">
                <a:avLst/>
              </a:prstGeom>
              <a:blipFill>
                <a:blip r:embed="rId12"/>
                <a:stretch>
                  <a:fillRect t="-8197" r="-929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6382C81-AFF4-4724-B1EC-B28A7C058A39}"/>
                  </a:ext>
                </a:extLst>
              </p:cNvPr>
              <p:cNvSpPr/>
              <p:nvPr/>
            </p:nvSpPr>
            <p:spPr>
              <a:xfrm>
                <a:off x="4128934" y="3362482"/>
                <a:ext cx="1458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matrix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6382C81-AFF4-4724-B1EC-B28A7C058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34" y="3362482"/>
                <a:ext cx="1458541" cy="369332"/>
              </a:xfrm>
              <a:prstGeom prst="rect">
                <a:avLst/>
              </a:prstGeom>
              <a:blipFill>
                <a:blip r:embed="rId13"/>
                <a:stretch>
                  <a:fillRect t="-10000" r="-291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>
            <a:extLst>
              <a:ext uri="{FF2B5EF4-FFF2-40B4-BE49-F238E27FC236}">
                <a16:creationId xmlns:a16="http://schemas.microsoft.com/office/drawing/2014/main" id="{DC08154A-8D63-4BB4-B911-4F9B357B7F8F}"/>
              </a:ext>
            </a:extLst>
          </p:cNvPr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479" y="1180673"/>
            <a:ext cx="1122543" cy="112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168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7" grpId="0"/>
      <p:bldP spid="55" grpId="0"/>
      <p:bldP spid="56" grpId="0"/>
      <p:bldP spid="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>
            <a:extLst>
              <a:ext uri="{FF2B5EF4-FFF2-40B4-BE49-F238E27FC236}">
                <a16:creationId xmlns:a16="http://schemas.microsoft.com/office/drawing/2014/main" id="{F83DFA32-51C0-470B-BA07-6604B1B22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56" y="92647"/>
            <a:ext cx="9904865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prstClr val="black"/>
                </a:solidFill>
                <a:latin typeface="Calibri" charset="0"/>
                <a:ea typeface="굴림" pitchFamily="50" charset="-127"/>
                <a:cs typeface="Calibri" charset="0"/>
                <a:sym typeface="Arial"/>
              </a:rPr>
              <a:t>H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굴림" pitchFamily="50" charset="-127"/>
                <a:cs typeface="Calibri" charset="0"/>
                <a:sym typeface="Arial"/>
              </a:rPr>
              <a:t>ow do you implement?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D40B180-CACD-4B29-8DEE-17B5B06A8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2" y="1179178"/>
            <a:ext cx="4615524" cy="11313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A1871D-6EA2-4A41-AF7C-D9000BA09338}"/>
                  </a:ext>
                </a:extLst>
              </p:cNvPr>
              <p:cNvSpPr txBox="1"/>
              <p:nvPr/>
            </p:nvSpPr>
            <p:spPr>
              <a:xfrm>
                <a:off x="2055022" y="3088174"/>
                <a:ext cx="11487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Y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 = </m:t>
                      </m:r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AX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A1871D-6EA2-4A41-AF7C-D9000BA09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022" y="3088174"/>
                <a:ext cx="1148776" cy="369332"/>
              </a:xfrm>
              <a:prstGeom prst="rect">
                <a:avLst/>
              </a:prstGeom>
              <a:blipFill>
                <a:blip r:embed="rId6"/>
                <a:stretch>
                  <a:fillRect l="-5820" r="-5820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F0B2771-3DD9-489A-9CFD-CB7629FE8F60}"/>
              </a:ext>
            </a:extLst>
          </p:cNvPr>
          <p:cNvCxnSpPr>
            <a:cxnSpLocks/>
          </p:cNvCxnSpPr>
          <p:nvPr/>
        </p:nvCxnSpPr>
        <p:spPr>
          <a:xfrm flipH="1">
            <a:off x="2308479" y="2301823"/>
            <a:ext cx="1606080" cy="798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20035F1-0F60-4581-B15D-5E73A279C896}"/>
              </a:ext>
            </a:extLst>
          </p:cNvPr>
          <p:cNvCxnSpPr>
            <a:cxnSpLocks/>
          </p:cNvCxnSpPr>
          <p:nvPr/>
        </p:nvCxnSpPr>
        <p:spPr>
          <a:xfrm>
            <a:off x="1759548" y="2241458"/>
            <a:ext cx="1351971" cy="84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E055DC5-6126-4ACA-ABB3-9854306DA734}"/>
              </a:ext>
            </a:extLst>
          </p:cNvPr>
          <p:cNvCxnSpPr>
            <a:cxnSpLocks/>
          </p:cNvCxnSpPr>
          <p:nvPr/>
        </p:nvCxnSpPr>
        <p:spPr>
          <a:xfrm>
            <a:off x="2864614" y="2310493"/>
            <a:ext cx="5136" cy="78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D95C18B-2323-4F83-9093-BFB78920EDB1}"/>
                  </a:ext>
                </a:extLst>
              </p:cNvPr>
              <p:cNvSpPr/>
              <p:nvPr/>
            </p:nvSpPr>
            <p:spPr>
              <a:xfrm>
                <a:off x="3730991" y="2371734"/>
                <a:ext cx="7194149" cy="16961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Y</m:t>
                    </m:r>
                    <m:r>
                      <a:rPr kumimoji="0" lang="en-US" altLang="ko-KR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 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Input 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we measured it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A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Kernel 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we know shape but has lots of zeros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X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Output</a:t>
                </a:r>
                <a:r>
                  <a:rPr kumimoji="0" lang="en-US" altLang="ko-KR" sz="20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what we want to know</a:t>
                </a:r>
              </a:p>
            </p:txBody>
          </p:sp>
        </mc:Choice>
        <mc:Fallback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D95C18B-2323-4F83-9093-BFB78920ED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991" y="2371734"/>
                <a:ext cx="7194149" cy="1696105"/>
              </a:xfrm>
              <a:prstGeom prst="rect">
                <a:avLst/>
              </a:prstGeom>
              <a:blipFill>
                <a:blip r:embed="rId7"/>
                <a:stretch>
                  <a:fillRect l="-169" b="-75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05ED32A-9775-47A9-945E-4D52547F4900}"/>
                  </a:ext>
                </a:extLst>
              </p:cNvPr>
              <p:cNvSpPr/>
              <p:nvPr/>
            </p:nvSpPr>
            <p:spPr>
              <a:xfrm>
                <a:off x="4129098" y="3920304"/>
                <a:ext cx="13968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05ED32A-9775-47A9-945E-4D52547F49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098" y="3920304"/>
                <a:ext cx="1396857" cy="369332"/>
              </a:xfrm>
              <a:prstGeom prst="rect">
                <a:avLst/>
              </a:prstGeom>
              <a:blipFill>
                <a:blip r:embed="rId8"/>
                <a:stretch>
                  <a:fillRect t="-8197" r="-1310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F83EA8E-43EF-43C2-8429-F5AE9DF4B245}"/>
                  </a:ext>
                </a:extLst>
              </p:cNvPr>
              <p:cNvSpPr/>
              <p:nvPr/>
            </p:nvSpPr>
            <p:spPr>
              <a:xfrm>
                <a:off x="4128934" y="2804661"/>
                <a:ext cx="32764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  <m:r>
                      <a:rPr kumimoji="0" lang="en-US" altLang="ko-KR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×</m:t>
                    </m:r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size image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F83EA8E-43EF-43C2-8429-F5AE9DF4B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34" y="2804661"/>
                <a:ext cx="3276410" cy="369332"/>
              </a:xfrm>
              <a:prstGeom prst="rect">
                <a:avLst/>
              </a:prstGeom>
              <a:blipFill>
                <a:blip r:embed="rId9"/>
                <a:stretch>
                  <a:fillRect t="-8197" r="-929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6382C81-AFF4-4724-B1EC-B28A7C058A39}"/>
                  </a:ext>
                </a:extLst>
              </p:cNvPr>
              <p:cNvSpPr/>
              <p:nvPr/>
            </p:nvSpPr>
            <p:spPr>
              <a:xfrm>
                <a:off x="4128934" y="3362482"/>
                <a:ext cx="1458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matrix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6382C81-AFF4-4724-B1EC-B28A7C058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34" y="3362482"/>
                <a:ext cx="1458541" cy="369332"/>
              </a:xfrm>
              <a:prstGeom prst="rect">
                <a:avLst/>
              </a:prstGeom>
              <a:blipFill>
                <a:blip r:embed="rId10"/>
                <a:stretch>
                  <a:fillRect t="-10000" r="-291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>
            <a:extLst>
              <a:ext uri="{FF2B5EF4-FFF2-40B4-BE49-F238E27FC236}">
                <a16:creationId xmlns:a16="http://schemas.microsoft.com/office/drawing/2014/main" id="{DC08154A-8D63-4BB4-B911-4F9B357B7F8F}"/>
              </a:ext>
            </a:extLst>
          </p:cNvPr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479" y="1180673"/>
            <a:ext cx="1122543" cy="112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40BD2C-BE22-4FCC-AC22-A59AE74767B7}"/>
                  </a:ext>
                </a:extLst>
              </p:cNvPr>
              <p:cNvSpPr txBox="1"/>
              <p:nvPr/>
            </p:nvSpPr>
            <p:spPr>
              <a:xfrm>
                <a:off x="1989376" y="4407261"/>
                <a:ext cx="12962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Fy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AF</m:t>
                      </m:r>
                      <m:r>
                        <m:rPr>
                          <m:nor/>
                        </m:rPr>
                        <a:rPr kumimoji="0" lang="el-GR" altLang="ko-K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χ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40BD2C-BE22-4FCC-AC22-A59AE7476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376" y="4407261"/>
                <a:ext cx="1296252" cy="369332"/>
              </a:xfrm>
              <a:prstGeom prst="rect">
                <a:avLst/>
              </a:prstGeom>
              <a:blipFill>
                <a:blip r:embed="rId12"/>
                <a:stretch>
                  <a:fillRect l="-7512" r="-5634" b="-327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FBEB96D-E812-4D32-9BE8-CE65F20D1094}"/>
                  </a:ext>
                </a:extLst>
              </p:cNvPr>
              <p:cNvSpPr/>
              <p:nvPr/>
            </p:nvSpPr>
            <p:spPr>
              <a:xfrm>
                <a:off x="3752605" y="4186081"/>
                <a:ext cx="7495211" cy="566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y</m:t>
                    </m:r>
                  </m:oMath>
                </a14:m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lang="en-US" altLang="ko-KR" sz="200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Input</a:t>
                </a:r>
                <a:endPara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FBEB96D-E812-4D32-9BE8-CE65F20D1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605" y="4186081"/>
                <a:ext cx="7495211" cy="566630"/>
              </a:xfrm>
              <a:prstGeom prst="rect">
                <a:avLst/>
              </a:prstGeom>
              <a:blipFill>
                <a:blip r:embed="rId13"/>
                <a:stretch>
                  <a:fillRect l="-244" b="-182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9B08E-2C4B-424C-A3D5-8E4079189410}"/>
                  </a:ext>
                </a:extLst>
              </p:cNvPr>
              <p:cNvSpPr txBox="1"/>
              <p:nvPr/>
            </p:nvSpPr>
            <p:spPr>
              <a:xfrm>
                <a:off x="2011046" y="4913207"/>
                <a:ext cx="16144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y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sSup>
                        <m:sSupPr>
                          <m:ctrlP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altLang="ko-KR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  <m:t>F</m:t>
                          </m:r>
                        </m:e>
                        <m:sup>
                          <m: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AF</m:t>
                      </m:r>
                      <m:r>
                        <m:rPr>
                          <m:nor/>
                        </m:rPr>
                        <a:rPr kumimoji="0" lang="el-GR" altLang="ko-K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χ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9B08E-2C4B-424C-A3D5-8E4079189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046" y="4913207"/>
                <a:ext cx="1614416" cy="369332"/>
              </a:xfrm>
              <a:prstGeom prst="rect">
                <a:avLst/>
              </a:prstGeom>
              <a:blipFill>
                <a:blip r:embed="rId14"/>
                <a:stretch>
                  <a:fillRect l="-4151" r="-4151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FD3DCC-50AB-4D60-B27C-047178F6ED55}"/>
                  </a:ext>
                </a:extLst>
              </p:cNvPr>
              <p:cNvSpPr txBox="1"/>
              <p:nvPr/>
            </p:nvSpPr>
            <p:spPr>
              <a:xfrm>
                <a:off x="1767640" y="5651309"/>
                <a:ext cx="2280304" cy="543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kumimoji="0" lang="el-GR" altLang="ko-KR" sz="2400" b="1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χ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"/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y</m:t>
                              </m:r>
                            </m:e>
                          </m:d>
                          <m:d>
                            <m:dPr>
                              <m:begChr m:val=""/>
                              <m:endChr m:val="‖"/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0" lang="en-US" altLang="ko-KR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US" altLang="ko-KR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F</m:t>
                                  </m:r>
                                </m:e>
                                <m:sup>
                                  <m:r>
                                    <a:rPr kumimoji="0" lang="en-US" altLang="ko-KR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AF</m:t>
                              </m:r>
                              <m:r>
                                <m:rPr>
                                  <m:nor/>
                                </m:rPr>
                                <a:rPr kumimoji="0" lang="el-GR" altLang="ko-KR" sz="2400" b="1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χ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FD3DCC-50AB-4D60-B27C-047178F6E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640" y="5651309"/>
                <a:ext cx="2280304" cy="543162"/>
              </a:xfrm>
              <a:prstGeom prst="rect">
                <a:avLst/>
              </a:prstGeom>
              <a:blipFill>
                <a:blip r:embed="rId15"/>
                <a:stretch>
                  <a:fillRect l="-2674" t="-116854" r="-30749" b="-1460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BFDDB5-0525-4D16-993D-F80174D16B76}"/>
              </a:ext>
            </a:extLst>
          </p:cNvPr>
          <p:cNvSpPr/>
          <p:nvPr/>
        </p:nvSpPr>
        <p:spPr>
          <a:xfrm>
            <a:off x="4048062" y="5661395"/>
            <a:ext cx="2427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+  regularization term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1DA55C5-DAE0-49F6-A0D5-9FD3619E7138}"/>
                  </a:ext>
                </a:extLst>
              </p:cNvPr>
              <p:cNvSpPr/>
              <p:nvPr/>
            </p:nvSpPr>
            <p:spPr>
              <a:xfrm>
                <a:off x="4133210" y="4610223"/>
                <a:ext cx="13583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1DA55C5-DAE0-49F6-A0D5-9FD3619E71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210" y="4610223"/>
                <a:ext cx="1358385" cy="369332"/>
              </a:xfrm>
              <a:prstGeom prst="rect">
                <a:avLst/>
              </a:prstGeom>
              <a:blipFill>
                <a:blip r:embed="rId16"/>
                <a:stretch>
                  <a:fillRect t="-8197" r="-4036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B2BEFE-048B-426D-B633-4F571AFDBF75}"/>
              </a:ext>
            </a:extLst>
          </p:cNvPr>
          <p:cNvSpPr/>
          <p:nvPr/>
        </p:nvSpPr>
        <p:spPr>
          <a:xfrm>
            <a:off x="3758812" y="4951282"/>
            <a:ext cx="72181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Perform 2D FT, 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kernel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multiplication, 2D FT</a:t>
            </a:r>
            <a:r>
              <a:rPr kumimoji="0" lang="en-US" altLang="ko-KR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-1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 then columnize matrix 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626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18" grpId="0"/>
      <p:bldP spid="19" grpId="0"/>
      <p:bldP spid="20" grpId="0"/>
      <p:bldP spid="21" grpId="0"/>
      <p:bldP spid="22" grpId="0"/>
      <p:bldP spid="23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>
            <a:extLst>
              <a:ext uri="{FF2B5EF4-FFF2-40B4-BE49-F238E27FC236}">
                <a16:creationId xmlns:a16="http://schemas.microsoft.com/office/drawing/2014/main" id="{F83DFA32-51C0-470B-BA07-6604B1B22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56" y="92647"/>
            <a:ext cx="9904865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prstClr val="black"/>
                </a:solidFill>
                <a:latin typeface="Calibri" charset="0"/>
                <a:ea typeface="굴림" pitchFamily="50" charset="-127"/>
                <a:cs typeface="Calibri" charset="0"/>
                <a:sym typeface="Arial"/>
              </a:rPr>
              <a:t>H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굴림" pitchFamily="50" charset="-127"/>
                <a:cs typeface="Calibri" charset="0"/>
                <a:sym typeface="Arial"/>
              </a:rPr>
              <a:t>ow do you implement? </a:t>
            </a:r>
            <a:r>
              <a:rPr lang="en-US" altLang="ko-KR" sz="3200" dirty="0">
                <a:solidFill>
                  <a:prstClr val="black"/>
                </a:solidFill>
                <a:latin typeface="Calibri" charset="0"/>
                <a:ea typeface="굴림" pitchFamily="50" charset="-127"/>
                <a:cs typeface="Calibri" charset="0"/>
                <a:sym typeface="Arial"/>
              </a:rPr>
              <a:t>How do you make </a:t>
            </a:r>
            <a:r>
              <a:rPr lang="en-US" altLang="ko-KR" sz="3200">
                <a:solidFill>
                  <a:prstClr val="black"/>
                </a:solidFill>
                <a:latin typeface="Calibri" charset="0"/>
                <a:ea typeface="굴림" pitchFamily="50" charset="-127"/>
                <a:cs typeface="Calibri" charset="0"/>
                <a:sym typeface="Arial"/>
              </a:rPr>
              <a:t>skinny matrix?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굴림" pitchFamily="50" charset="-127"/>
              <a:cs typeface="Calibri" charset="0"/>
              <a:sym typeface="Arial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D40B180-CACD-4B29-8DEE-17B5B06A8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2" y="1179178"/>
            <a:ext cx="4615524" cy="11313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A1871D-6EA2-4A41-AF7C-D9000BA09338}"/>
                  </a:ext>
                </a:extLst>
              </p:cNvPr>
              <p:cNvSpPr txBox="1"/>
              <p:nvPr/>
            </p:nvSpPr>
            <p:spPr>
              <a:xfrm>
                <a:off x="2055022" y="3088174"/>
                <a:ext cx="11487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Y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 = </m:t>
                      </m:r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AX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A1871D-6EA2-4A41-AF7C-D9000BA09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022" y="3088174"/>
                <a:ext cx="1148776" cy="369332"/>
              </a:xfrm>
              <a:prstGeom prst="rect">
                <a:avLst/>
              </a:prstGeom>
              <a:blipFill>
                <a:blip r:embed="rId6"/>
                <a:stretch>
                  <a:fillRect l="-5820" r="-5820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F0B2771-3DD9-489A-9CFD-CB7629FE8F60}"/>
              </a:ext>
            </a:extLst>
          </p:cNvPr>
          <p:cNvCxnSpPr>
            <a:cxnSpLocks/>
          </p:cNvCxnSpPr>
          <p:nvPr/>
        </p:nvCxnSpPr>
        <p:spPr>
          <a:xfrm flipH="1">
            <a:off x="2308479" y="2301823"/>
            <a:ext cx="1606080" cy="798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20035F1-0F60-4581-B15D-5E73A279C896}"/>
              </a:ext>
            </a:extLst>
          </p:cNvPr>
          <p:cNvCxnSpPr>
            <a:cxnSpLocks/>
          </p:cNvCxnSpPr>
          <p:nvPr/>
        </p:nvCxnSpPr>
        <p:spPr>
          <a:xfrm>
            <a:off x="1759548" y="2241458"/>
            <a:ext cx="1351971" cy="84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E055DC5-6126-4ACA-ABB3-9854306DA734}"/>
              </a:ext>
            </a:extLst>
          </p:cNvPr>
          <p:cNvCxnSpPr>
            <a:cxnSpLocks/>
          </p:cNvCxnSpPr>
          <p:nvPr/>
        </p:nvCxnSpPr>
        <p:spPr>
          <a:xfrm>
            <a:off x="2864614" y="2310493"/>
            <a:ext cx="5136" cy="78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D95C18B-2323-4F83-9093-BFB78920EDB1}"/>
                  </a:ext>
                </a:extLst>
              </p:cNvPr>
              <p:cNvSpPr/>
              <p:nvPr/>
            </p:nvSpPr>
            <p:spPr>
              <a:xfrm>
                <a:off x="3730991" y="2371734"/>
                <a:ext cx="7194149" cy="16961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Y</m:t>
                    </m:r>
                    <m:r>
                      <a:rPr kumimoji="0" lang="en-US" altLang="ko-KR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 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Input 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we measured it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A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Kernel 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we know shape but has lots of zeros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X</m:t>
                    </m:r>
                  </m:oMath>
                </a14:m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: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Output</a:t>
                </a:r>
                <a:r>
                  <a:rPr kumimoji="0" lang="en-US" altLang="ko-KR" sz="20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SimSun" pitchFamily="2" charset="-122"/>
                    <a:cs typeface="Calibri" pitchFamily="34" charset="0"/>
                    <a:sym typeface="Arial"/>
                  </a:rPr>
                  <a:t>in Fourier domain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0"/>
                        <a:sym typeface="Arial"/>
                      </a:rPr>
                      <m:t>←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</a:t>
                </a:r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what we want to know</a:t>
                </a:r>
              </a:p>
            </p:txBody>
          </p:sp>
        </mc:Choice>
        <mc:Fallback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D95C18B-2323-4F83-9093-BFB78920ED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991" y="2371734"/>
                <a:ext cx="7194149" cy="1696105"/>
              </a:xfrm>
              <a:prstGeom prst="rect">
                <a:avLst/>
              </a:prstGeom>
              <a:blipFill>
                <a:blip r:embed="rId7"/>
                <a:stretch>
                  <a:fillRect l="-169" b="-75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05ED32A-9775-47A9-945E-4D52547F4900}"/>
                  </a:ext>
                </a:extLst>
              </p:cNvPr>
              <p:cNvSpPr/>
              <p:nvPr/>
            </p:nvSpPr>
            <p:spPr>
              <a:xfrm>
                <a:off x="4129098" y="3920304"/>
                <a:ext cx="13968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05ED32A-9775-47A9-945E-4D52547F49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098" y="3920304"/>
                <a:ext cx="1396857" cy="369332"/>
              </a:xfrm>
              <a:prstGeom prst="rect">
                <a:avLst/>
              </a:prstGeom>
              <a:blipFill>
                <a:blip r:embed="rId8"/>
                <a:stretch>
                  <a:fillRect t="-8197" r="-1310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F83EA8E-43EF-43C2-8429-F5AE9DF4B245}"/>
                  </a:ext>
                </a:extLst>
              </p:cNvPr>
              <p:cNvSpPr/>
              <p:nvPr/>
            </p:nvSpPr>
            <p:spPr>
              <a:xfrm>
                <a:off x="4128934" y="2804661"/>
                <a:ext cx="32764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  <m:r>
                      <a:rPr kumimoji="0" lang="en-US" altLang="ko-KR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×</m:t>
                    </m:r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size image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F83EA8E-43EF-43C2-8429-F5AE9DF4B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34" y="2804661"/>
                <a:ext cx="3276410" cy="369332"/>
              </a:xfrm>
              <a:prstGeom prst="rect">
                <a:avLst/>
              </a:prstGeom>
              <a:blipFill>
                <a:blip r:embed="rId9"/>
                <a:stretch>
                  <a:fillRect t="-8197" r="-929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6382C81-AFF4-4724-B1EC-B28A7C058A39}"/>
                  </a:ext>
                </a:extLst>
              </p:cNvPr>
              <p:cNvSpPr/>
              <p:nvPr/>
            </p:nvSpPr>
            <p:spPr>
              <a:xfrm>
                <a:off x="4128934" y="3362482"/>
                <a:ext cx="1458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matrix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6382C81-AFF4-4724-B1EC-B28A7C058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34" y="3362482"/>
                <a:ext cx="1458541" cy="369332"/>
              </a:xfrm>
              <a:prstGeom prst="rect">
                <a:avLst/>
              </a:prstGeom>
              <a:blipFill>
                <a:blip r:embed="rId10"/>
                <a:stretch>
                  <a:fillRect t="-10000" r="-291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>
            <a:extLst>
              <a:ext uri="{FF2B5EF4-FFF2-40B4-BE49-F238E27FC236}">
                <a16:creationId xmlns:a16="http://schemas.microsoft.com/office/drawing/2014/main" id="{DC08154A-8D63-4BB4-B911-4F9B357B7F8F}"/>
              </a:ext>
            </a:extLst>
          </p:cNvPr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479" y="1180673"/>
            <a:ext cx="1122543" cy="112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40BD2C-BE22-4FCC-AC22-A59AE74767B7}"/>
                  </a:ext>
                </a:extLst>
              </p:cNvPr>
              <p:cNvSpPr txBox="1"/>
              <p:nvPr/>
            </p:nvSpPr>
            <p:spPr>
              <a:xfrm>
                <a:off x="1989376" y="4407261"/>
                <a:ext cx="12962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Fy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AF</m:t>
                      </m:r>
                      <m:r>
                        <m:rPr>
                          <m:nor/>
                        </m:rPr>
                        <a:rPr kumimoji="0" lang="el-GR" altLang="ko-K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χ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40BD2C-BE22-4FCC-AC22-A59AE7476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376" y="4407261"/>
                <a:ext cx="1296252" cy="369332"/>
              </a:xfrm>
              <a:prstGeom prst="rect">
                <a:avLst/>
              </a:prstGeom>
              <a:blipFill>
                <a:blip r:embed="rId12"/>
                <a:stretch>
                  <a:fillRect l="-7512" r="-5634" b="-327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FBEB96D-E812-4D32-9BE8-CE65F20D1094}"/>
                  </a:ext>
                </a:extLst>
              </p:cNvPr>
              <p:cNvSpPr/>
              <p:nvPr/>
            </p:nvSpPr>
            <p:spPr>
              <a:xfrm>
                <a:off x="3752605" y="4186081"/>
                <a:ext cx="7495211" cy="566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y</m:t>
                    </m:r>
                  </m:oMath>
                </a14:m>
                <a:r>
                  <a:rPr kumimoji="0" lang="en-US" altLang="ko-K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: </a:t>
                </a:r>
                <a:r>
                  <a:rPr lang="en-US" altLang="ko-KR" sz="200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Input</a:t>
                </a:r>
                <a:endPara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FBEB96D-E812-4D32-9BE8-CE65F20D1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605" y="4186081"/>
                <a:ext cx="7495211" cy="566630"/>
              </a:xfrm>
              <a:prstGeom prst="rect">
                <a:avLst/>
              </a:prstGeom>
              <a:blipFill>
                <a:blip r:embed="rId13"/>
                <a:stretch>
                  <a:fillRect l="-244" b="-182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9B08E-2C4B-424C-A3D5-8E4079189410}"/>
                  </a:ext>
                </a:extLst>
              </p:cNvPr>
              <p:cNvSpPr txBox="1"/>
              <p:nvPr/>
            </p:nvSpPr>
            <p:spPr>
              <a:xfrm>
                <a:off x="2011046" y="4913207"/>
                <a:ext cx="16144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y</m:t>
                      </m:r>
                      <m:r>
                        <a:rPr kumimoji="0" lang="en-US" altLang="ko-KR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sSup>
                        <m:sSupPr>
                          <m:ctrlP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altLang="ko-KR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  <m:t>F</m:t>
                          </m:r>
                        </m:e>
                        <m:sup>
                          <m: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kumimoji="0" lang="en-US" altLang="ko-KR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Arial"/>
                        </a:rPr>
                        <m:t>AF</m:t>
                      </m:r>
                      <m:r>
                        <m:rPr>
                          <m:nor/>
                        </m:rPr>
                        <a:rPr kumimoji="0" lang="el-GR" altLang="ko-K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χ</m:t>
                      </m:r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9B08E-2C4B-424C-A3D5-8E4079189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046" y="4913207"/>
                <a:ext cx="1614416" cy="369332"/>
              </a:xfrm>
              <a:prstGeom prst="rect">
                <a:avLst/>
              </a:prstGeom>
              <a:blipFill>
                <a:blip r:embed="rId14"/>
                <a:stretch>
                  <a:fillRect l="-4151" r="-4151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FD3DCC-50AB-4D60-B27C-047178F6ED55}"/>
                  </a:ext>
                </a:extLst>
              </p:cNvPr>
              <p:cNvSpPr txBox="1"/>
              <p:nvPr/>
            </p:nvSpPr>
            <p:spPr>
              <a:xfrm>
                <a:off x="1767640" y="5651309"/>
                <a:ext cx="2280304" cy="543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altLang="ko-K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kumimoji="0" lang="el-GR" altLang="ko-KR" sz="2400" b="1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χ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"/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y</m:t>
                              </m:r>
                            </m:e>
                          </m:d>
                          <m:d>
                            <m:dPr>
                              <m:begChr m:val=""/>
                              <m:endChr m:val="‖"/>
                              <m:ctrlP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0" lang="en-US" altLang="ko-K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0" lang="en-US" altLang="ko-KR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US" altLang="ko-KR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F</m:t>
                                  </m:r>
                                </m:e>
                                <m:sup>
                                  <m:r>
                                    <a:rPr kumimoji="0" lang="en-US" altLang="ko-KR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kumimoji="0" lang="en-US" altLang="ko-KR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AF</m:t>
                              </m:r>
                              <m:r>
                                <m:rPr>
                                  <m:nor/>
                                </m:rPr>
                                <a:rPr kumimoji="0" lang="el-GR" altLang="ko-KR" sz="2400" b="1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χ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FD3DCC-50AB-4D60-B27C-047178F6E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640" y="5651309"/>
                <a:ext cx="2280304" cy="543162"/>
              </a:xfrm>
              <a:prstGeom prst="rect">
                <a:avLst/>
              </a:prstGeom>
              <a:blipFill>
                <a:blip r:embed="rId15"/>
                <a:stretch>
                  <a:fillRect l="-2674" t="-116854" r="-30749" b="-1460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BFDDB5-0525-4D16-993D-F80174D16B76}"/>
              </a:ext>
            </a:extLst>
          </p:cNvPr>
          <p:cNvSpPr/>
          <p:nvPr/>
        </p:nvSpPr>
        <p:spPr>
          <a:xfrm>
            <a:off x="4048062" y="5661395"/>
            <a:ext cx="2427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+  regularization term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1DA55C5-DAE0-49F6-A0D5-9FD3619E7138}"/>
                  </a:ext>
                </a:extLst>
              </p:cNvPr>
              <p:cNvSpPr/>
              <p:nvPr/>
            </p:nvSpPr>
            <p:spPr>
              <a:xfrm>
                <a:off x="4133210" y="4610223"/>
                <a:ext cx="13583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Arial"/>
                      </a:rPr>
                      <m:t>n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2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Arial"/>
                    <a:sym typeface="Arial"/>
                  </a:rPr>
                  <a:t> x 1 vector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1DA55C5-DAE0-49F6-A0D5-9FD3619E71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210" y="4610223"/>
                <a:ext cx="1358385" cy="369332"/>
              </a:xfrm>
              <a:prstGeom prst="rect">
                <a:avLst/>
              </a:prstGeom>
              <a:blipFill>
                <a:blip r:embed="rId16"/>
                <a:stretch>
                  <a:fillRect t="-8197" r="-4036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B2BEFE-048B-426D-B633-4F571AFDBF75}"/>
              </a:ext>
            </a:extLst>
          </p:cNvPr>
          <p:cNvSpPr/>
          <p:nvPr/>
        </p:nvSpPr>
        <p:spPr>
          <a:xfrm>
            <a:off x="3758812" y="4951282"/>
            <a:ext cx="72181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Perform 2D FT, 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kernel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multiplication, 2D FT</a:t>
            </a:r>
            <a:r>
              <a:rPr kumimoji="0" lang="en-US" altLang="ko-KR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-1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Calibri" pitchFamily="34" charset="0"/>
                <a:sym typeface="Arial"/>
              </a:rPr>
              <a:t> then columnize matrix 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55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18" grpId="0"/>
      <p:bldP spid="19" grpId="0"/>
      <p:bldP spid="20" grpId="0"/>
      <p:bldP spid="21" grpId="0"/>
      <p:bldP spid="22" grpId="0"/>
      <p:bldP spid="23" grpId="0"/>
      <p:bldP spid="2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8.4|1.9|2.1|2.5|3.6|2.1|3|1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8.4|1.9|2.1|2.5|3.6|2.1|3|1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4|5.5|2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8|5.5|6.2|55.7|5.1|4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8|5.5|6.2|55.7|5.1|4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8|5.5|6.2|55.7|5.1|4.4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8114</TotalTime>
  <Words>1129</Words>
  <Application>Microsoft Office PowerPoint</Application>
  <PresentationFormat>와이드스크린</PresentationFormat>
  <Paragraphs>211</Paragraphs>
  <Slides>22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맑은 고딕</vt:lpstr>
      <vt:lpstr>맑은 고딕</vt:lpstr>
      <vt:lpstr>Arial</vt:lpstr>
      <vt:lpstr>Calibri</vt:lpstr>
      <vt:lpstr>Cambria Math</vt:lpstr>
      <vt:lpstr>Office 테마</vt:lpstr>
      <vt:lpstr>1_Office 테마</vt:lpstr>
      <vt:lpstr>PowerPoint 프레젠테이션</vt:lpstr>
      <vt:lpstr>PowerPoint 프레젠테이션</vt:lpstr>
      <vt:lpstr>Aim of our challenge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Aim of our challenge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0730 Genentech meeting</dc:title>
  <dc:creator>김지예</dc:creator>
  <cp:lastModifiedBy>gram</cp:lastModifiedBy>
  <cp:revision>827</cp:revision>
  <dcterms:created xsi:type="dcterms:W3CDTF">2024-07-28T09:15:14Z</dcterms:created>
  <dcterms:modified xsi:type="dcterms:W3CDTF">2025-08-16T07:50:20Z</dcterms:modified>
</cp:coreProperties>
</file>